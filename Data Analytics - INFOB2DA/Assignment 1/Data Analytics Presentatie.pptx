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79" r:id="rId1"/>
  </p:sldMasterIdLst>
  <p:notesMasterIdLst>
    <p:notesMasterId r:id="rId19"/>
  </p:notesMasterIdLst>
  <p:sldIdLst>
    <p:sldId id="256" r:id="rId2"/>
    <p:sldId id="265" r:id="rId3"/>
    <p:sldId id="267" r:id="rId4"/>
    <p:sldId id="259" r:id="rId5"/>
    <p:sldId id="258" r:id="rId6"/>
    <p:sldId id="264" r:id="rId7"/>
    <p:sldId id="266" r:id="rId8"/>
    <p:sldId id="270" r:id="rId9"/>
    <p:sldId id="260" r:id="rId10"/>
    <p:sldId id="269" r:id="rId11"/>
    <p:sldId id="273" r:id="rId12"/>
    <p:sldId id="272" r:id="rId13"/>
    <p:sldId id="261" r:id="rId14"/>
    <p:sldId id="263" r:id="rId15"/>
    <p:sldId id="271" r:id="rId16"/>
    <p:sldId id="275" r:id="rId17"/>
    <p:sldId id="274" r:id="rId18"/>
  </p:sldIdLst>
  <p:sldSz cx="9144000" cy="5143500" type="screen16x9"/>
  <p:notesSz cx="6858000" cy="9144000"/>
  <p:embeddedFontLst>
    <p:embeddedFont>
      <p:font typeface="Avenir Next LT Pro" panose="020B0504020202020204" pitchFamily="34" charset="0"/>
      <p:regular r:id="rId20"/>
      <p:bold r:id="rId21"/>
      <p:italic r:id="rId22"/>
      <p:boldItalic r:id="rId23"/>
    </p:embeddedFont>
    <p:embeddedFont>
      <p:font typeface="Merriweather" panose="00000500000000000000" pitchFamily="2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4DDF1C-2E56-EF1D-A4CF-8F8121241EDA}" v="519" dt="2024-09-15T21:44:06.209"/>
    <p1510:client id="{425FE924-B7BB-479F-8A79-705E1DACB567}" v="447" dt="2024-09-15T21:44:20.154"/>
    <p1510:client id="{A8801005-4340-177B-BBCC-45AD56C4C8F9}" v="113" dt="2024-09-15T21:47:26.594"/>
    <p1510:client id="{AB4CAE28-FDD1-7990-F1FB-3800E6112F2A}" v="3" dt="2024-09-16T15:16:46.3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is, T.Y.X. (Timon)" userId="0cea81f1-7997-4d1d-8c25-fbb6fbecb2da" providerId="ADAL" clId="{425FE924-B7BB-479F-8A79-705E1DACB567}"/>
    <pc:docChg chg="undo custSel addSld delSld modSld sldOrd modMainMaster">
      <pc:chgData name="Baris, T.Y.X. (Timon)" userId="0cea81f1-7997-4d1d-8c25-fbb6fbecb2da" providerId="ADAL" clId="{425FE924-B7BB-479F-8A79-705E1DACB567}" dt="2024-09-15T21:44:20.154" v="461" actId="26606"/>
      <pc:docMkLst>
        <pc:docMk/>
      </pc:docMkLst>
      <pc:sldChg chg="addSp delSp modSp mod setBg modClrScheme setClrOvrMap delDesignElem chgLayout modNotes">
        <pc:chgData name="Baris, T.Y.X. (Timon)" userId="0cea81f1-7997-4d1d-8c25-fbb6fbecb2da" providerId="ADAL" clId="{425FE924-B7BB-479F-8A79-705E1DACB567}" dt="2024-09-15T21:17:43.008" v="93" actId="26606"/>
        <pc:sldMkLst>
          <pc:docMk/>
          <pc:sldMk cId="0" sldId="256"/>
        </pc:sldMkLst>
        <pc:spChg chg="mod">
          <ac:chgData name="Baris, T.Y.X. (Timon)" userId="0cea81f1-7997-4d1d-8c25-fbb6fbecb2da" providerId="ADAL" clId="{425FE924-B7BB-479F-8A79-705E1DACB567}" dt="2024-09-15T21:17:34.933" v="92" actId="26606"/>
          <ac:spMkLst>
            <pc:docMk/>
            <pc:sldMk cId="0" sldId="256"/>
            <ac:spMk id="64" creationId="{00000000-0000-0000-0000-000000000000}"/>
          </ac:spMkLst>
        </pc:spChg>
        <pc:spChg chg="mod ord">
          <ac:chgData name="Baris, T.Y.X. (Timon)" userId="0cea81f1-7997-4d1d-8c25-fbb6fbecb2da" providerId="ADAL" clId="{425FE924-B7BB-479F-8A79-705E1DACB567}" dt="2024-09-15T21:17:43.008" v="93" actId="26606"/>
          <ac:spMkLst>
            <pc:docMk/>
            <pc:sldMk cId="0" sldId="256"/>
            <ac:spMk id="65" creationId="{00000000-0000-0000-0000-000000000000}"/>
          </ac:spMkLst>
        </pc:spChg>
        <pc:spChg chg="add mod">
          <ac:chgData name="Baris, T.Y.X. (Timon)" userId="0cea81f1-7997-4d1d-8c25-fbb6fbecb2da" providerId="ADAL" clId="{425FE924-B7BB-479F-8A79-705E1DACB567}" dt="2024-09-15T21:17:43.008" v="93" actId="26606"/>
          <ac:spMkLst>
            <pc:docMk/>
            <pc:sldMk cId="0" sldId="256"/>
            <ac:spMk id="69" creationId="{3F6C846A-E0B3-5A12-C318-41495343F155}"/>
          </ac:spMkLst>
        </pc:spChg>
        <pc:spChg chg="add del">
          <ac:chgData name="Baris, T.Y.X. (Timon)" userId="0cea81f1-7997-4d1d-8c25-fbb6fbecb2da" providerId="ADAL" clId="{425FE924-B7BB-479F-8A79-705E1DACB567}" dt="2024-09-15T21:05:34.947" v="55"/>
          <ac:spMkLst>
            <pc:docMk/>
            <pc:sldMk cId="0" sldId="256"/>
            <ac:spMk id="70" creationId="{1DF61F47-37EC-408A-BDC8-E491FB5E59B8}"/>
          </ac:spMkLst>
        </pc:spChg>
        <pc:spChg chg="add del">
          <ac:chgData name="Baris, T.Y.X. (Timon)" userId="0cea81f1-7997-4d1d-8c25-fbb6fbecb2da" providerId="ADAL" clId="{425FE924-B7BB-479F-8A79-705E1DACB567}" dt="2024-09-15T21:10:51.913" v="86"/>
          <ac:spMkLst>
            <pc:docMk/>
            <pc:sldMk cId="0" sldId="256"/>
            <ac:spMk id="71" creationId="{9B7AD9F6-8CE7-4299-8FC6-328F4DCD3FF9}"/>
          </ac:spMkLst>
        </pc:spChg>
        <pc:spChg chg="add del">
          <ac:chgData name="Baris, T.Y.X. (Timon)" userId="0cea81f1-7997-4d1d-8c25-fbb6fbecb2da" providerId="ADAL" clId="{425FE924-B7BB-479F-8A79-705E1DACB567}" dt="2024-09-15T21:05:34.947" v="55"/>
          <ac:spMkLst>
            <pc:docMk/>
            <pc:sldMk cId="0" sldId="256"/>
            <ac:spMk id="72" creationId="{68157995-9098-42A2-8E36-8BA9015D759A}"/>
          </ac:spMkLst>
        </pc:spChg>
        <pc:spChg chg="add del">
          <ac:chgData name="Baris, T.Y.X. (Timon)" userId="0cea81f1-7997-4d1d-8c25-fbb6fbecb2da" providerId="ADAL" clId="{425FE924-B7BB-479F-8A79-705E1DACB567}" dt="2024-09-15T21:10:51.913" v="86"/>
          <ac:spMkLst>
            <pc:docMk/>
            <pc:sldMk cId="0" sldId="256"/>
            <ac:spMk id="73" creationId="{F49775AF-8896-43EE-92C6-83497D6DC56F}"/>
          </ac:spMkLst>
        </pc:spChg>
        <pc:spChg chg="add del">
          <ac:chgData name="Baris, T.Y.X. (Timon)" userId="0cea81f1-7997-4d1d-8c25-fbb6fbecb2da" providerId="ADAL" clId="{425FE924-B7BB-479F-8A79-705E1DACB567}" dt="2024-09-15T21:05:34.947" v="55"/>
          <ac:spMkLst>
            <pc:docMk/>
            <pc:sldMk cId="0" sldId="256"/>
            <ac:spMk id="74" creationId="{CFC012A5-170D-4B0F-A916-A8EE2C6CE94A}"/>
          </ac:spMkLst>
        </pc:spChg>
        <pc:spChg chg="add del mod">
          <ac:chgData name="Baris, T.Y.X. (Timon)" userId="0cea81f1-7997-4d1d-8c25-fbb6fbecb2da" providerId="ADAL" clId="{425FE924-B7BB-479F-8A79-705E1DACB567}" dt="2024-09-15T21:17:43.008" v="93" actId="26606"/>
          <ac:spMkLst>
            <pc:docMk/>
            <pc:sldMk cId="0" sldId="256"/>
            <ac:spMk id="75" creationId="{EE410CF9-BC95-EDD4-9EA0-A170B6F98230}"/>
          </ac:spMkLst>
        </pc:spChg>
        <pc:spChg chg="add del">
          <ac:chgData name="Baris, T.Y.X. (Timon)" userId="0cea81f1-7997-4d1d-8c25-fbb6fbecb2da" providerId="ADAL" clId="{425FE924-B7BB-479F-8A79-705E1DACB567}" dt="2024-09-15T21:05:34.947" v="55"/>
          <ac:spMkLst>
            <pc:docMk/>
            <pc:sldMk cId="0" sldId="256"/>
            <ac:spMk id="76" creationId="{37F40654-5E8C-468A-9596-50927AF198AB}"/>
          </ac:spMkLst>
        </pc:spChg>
        <pc:spChg chg="add mod">
          <ac:chgData name="Baris, T.Y.X. (Timon)" userId="0cea81f1-7997-4d1d-8c25-fbb6fbecb2da" providerId="ADAL" clId="{425FE924-B7BB-479F-8A79-705E1DACB567}" dt="2024-09-15T21:17:43.008" v="93" actId="26606"/>
          <ac:spMkLst>
            <pc:docMk/>
            <pc:sldMk cId="0" sldId="256"/>
            <ac:spMk id="77" creationId="{52C4C7FF-6971-C9B5-B537-FA7B1A8F5429}"/>
          </ac:spMkLst>
        </pc:spChg>
        <pc:spChg chg="add del">
          <ac:chgData name="Baris, T.Y.X. (Timon)" userId="0cea81f1-7997-4d1d-8c25-fbb6fbecb2da" providerId="ADAL" clId="{425FE924-B7BB-479F-8A79-705E1DACB567}" dt="2024-09-15T21:05:34.947" v="55"/>
          <ac:spMkLst>
            <pc:docMk/>
            <pc:sldMk cId="0" sldId="256"/>
            <ac:spMk id="78" creationId="{50B1BD4A-8DE6-4266-9C27-59260F938ED8}"/>
          </ac:spMkLst>
        </pc:spChg>
        <pc:spChg chg="add">
          <ac:chgData name="Baris, T.Y.X. (Timon)" userId="0cea81f1-7997-4d1d-8c25-fbb6fbecb2da" providerId="ADAL" clId="{425FE924-B7BB-479F-8A79-705E1DACB567}" dt="2024-09-15T21:17:43.008" v="93" actId="26606"/>
          <ac:spMkLst>
            <pc:docMk/>
            <pc:sldMk cId="0" sldId="256"/>
            <ac:spMk id="82" creationId="{E0F86A2C-9890-875D-4E8C-3B7AAC673B9E}"/>
          </ac:spMkLst>
        </pc:spChg>
        <pc:picChg chg="add mod ord">
          <ac:chgData name="Baris, T.Y.X. (Timon)" userId="0cea81f1-7997-4d1d-8c25-fbb6fbecb2da" providerId="ADAL" clId="{425FE924-B7BB-479F-8A79-705E1DACB567}" dt="2024-09-15T21:17:43.008" v="93" actId="26606"/>
          <ac:picMkLst>
            <pc:docMk/>
            <pc:sldMk cId="0" sldId="256"/>
            <ac:picMk id="67" creationId="{77BAE0E4-903B-525A-B364-9B459C446500}"/>
          </ac:picMkLst>
        </pc:picChg>
      </pc:sldChg>
      <pc:sldChg chg="addSp delSp modSp mod setBg modClrScheme delDesignElem chgLayout">
        <pc:chgData name="Baris, T.Y.X. (Timon)" userId="0cea81f1-7997-4d1d-8c25-fbb6fbecb2da" providerId="ADAL" clId="{425FE924-B7BB-479F-8A79-705E1DACB567}" dt="2024-09-15T21:18:05.216" v="95" actId="26606"/>
        <pc:sldMkLst>
          <pc:docMk/>
          <pc:sldMk cId="0" sldId="258"/>
        </pc:sldMkLst>
        <pc:spChg chg="mod">
          <ac:chgData name="Baris, T.Y.X. (Timon)" userId="0cea81f1-7997-4d1d-8c25-fbb6fbecb2da" providerId="ADAL" clId="{425FE924-B7BB-479F-8A79-705E1DACB567}" dt="2024-09-15T21:18:05.216" v="95" actId="26606"/>
          <ac:spMkLst>
            <pc:docMk/>
            <pc:sldMk cId="0" sldId="258"/>
            <ac:spMk id="3" creationId="{53D595C1-064D-651F-060F-C02B11D45271}"/>
          </ac:spMkLst>
        </pc:spChg>
        <pc:spChg chg="mod">
          <ac:chgData name="Baris, T.Y.X. (Timon)" userId="0cea81f1-7997-4d1d-8c25-fbb6fbecb2da" providerId="ADAL" clId="{425FE924-B7BB-479F-8A79-705E1DACB567}" dt="2024-09-15T21:18:05.216" v="95" actId="26606"/>
          <ac:spMkLst>
            <pc:docMk/>
            <pc:sldMk cId="0" sldId="258"/>
            <ac:spMk id="77" creationId="{00000000-0000-0000-0000-000000000000}"/>
          </ac:spMkLst>
        </pc:spChg>
        <pc:spChg chg="add del">
          <ac:chgData name="Baris, T.Y.X. (Timon)" userId="0cea81f1-7997-4d1d-8c25-fbb6fbecb2da" providerId="ADAL" clId="{425FE924-B7BB-479F-8A79-705E1DACB567}" dt="2024-09-15T21:11:01.149" v="89" actId="26606"/>
          <ac:spMkLst>
            <pc:docMk/>
            <pc:sldMk cId="0" sldId="258"/>
            <ac:spMk id="80" creationId="{743AA782-23D1-4521-8CAD-47662984AA08}"/>
          </ac:spMkLst>
        </pc:spChg>
        <pc:spChg chg="add del">
          <ac:chgData name="Baris, T.Y.X. (Timon)" userId="0cea81f1-7997-4d1d-8c25-fbb6fbecb2da" providerId="ADAL" clId="{425FE924-B7BB-479F-8A79-705E1DACB567}" dt="2024-09-15T21:11:01.149" v="89" actId="26606"/>
          <ac:spMkLst>
            <pc:docMk/>
            <pc:sldMk cId="0" sldId="258"/>
            <ac:spMk id="81" creationId="{71877DBC-BB60-40F0-AC93-2ACDBAAE60CE}"/>
          </ac:spMkLst>
        </pc:spChg>
        <pc:spChg chg="add del">
          <ac:chgData name="Baris, T.Y.X. (Timon)" userId="0cea81f1-7997-4d1d-8c25-fbb6fbecb2da" providerId="ADAL" clId="{425FE924-B7BB-479F-8A79-705E1DACB567}" dt="2024-09-15T21:10:37.313" v="72" actId="26606"/>
          <ac:spMkLst>
            <pc:docMk/>
            <pc:sldMk cId="0" sldId="258"/>
            <ac:spMk id="82" creationId="{743AA782-23D1-4521-8CAD-47662984AA08}"/>
          </ac:spMkLst>
        </pc:spChg>
        <pc:spChg chg="add del">
          <ac:chgData name="Baris, T.Y.X. (Timon)" userId="0cea81f1-7997-4d1d-8c25-fbb6fbecb2da" providerId="ADAL" clId="{425FE924-B7BB-479F-8A79-705E1DACB567}" dt="2024-09-15T20:43:54.338" v="47" actId="26606"/>
          <ac:spMkLst>
            <pc:docMk/>
            <pc:sldMk cId="0" sldId="258"/>
            <ac:spMk id="83" creationId="{C98F4480-8749-4E48-82BB-3A0F2F311E0A}"/>
          </ac:spMkLst>
        </pc:spChg>
        <pc:spChg chg="add del">
          <ac:chgData name="Baris, T.Y.X. (Timon)" userId="0cea81f1-7997-4d1d-8c25-fbb6fbecb2da" providerId="ADAL" clId="{425FE924-B7BB-479F-8A79-705E1DACB567}" dt="2024-09-15T21:10:37.313" v="72" actId="26606"/>
          <ac:spMkLst>
            <pc:docMk/>
            <pc:sldMk cId="0" sldId="258"/>
            <ac:spMk id="84" creationId="{71877DBC-BB60-40F0-AC93-2ACDBAAE60CE}"/>
          </ac:spMkLst>
        </pc:spChg>
        <pc:spChg chg="add del">
          <ac:chgData name="Baris, T.Y.X. (Timon)" userId="0cea81f1-7997-4d1d-8c25-fbb6fbecb2da" providerId="ADAL" clId="{425FE924-B7BB-479F-8A79-705E1DACB567}" dt="2024-09-15T20:43:54.338" v="47" actId="26606"/>
          <ac:spMkLst>
            <pc:docMk/>
            <pc:sldMk cId="0" sldId="258"/>
            <ac:spMk id="85" creationId="{5249F694-12BA-47C4-9FF3-570372F3B967}"/>
          </ac:spMkLst>
        </pc:spChg>
        <pc:spChg chg="add del">
          <ac:chgData name="Baris, T.Y.X. (Timon)" userId="0cea81f1-7997-4d1d-8c25-fbb6fbecb2da" providerId="ADAL" clId="{425FE924-B7BB-479F-8A79-705E1DACB567}" dt="2024-09-15T21:10:37.309" v="71" actId="26606"/>
          <ac:spMkLst>
            <pc:docMk/>
            <pc:sldMk cId="0" sldId="258"/>
            <ac:spMk id="86" creationId="{743AA782-23D1-4521-8CAD-47662984AA08}"/>
          </ac:spMkLst>
        </pc:spChg>
        <pc:spChg chg="add del">
          <ac:chgData name="Baris, T.Y.X. (Timon)" userId="0cea81f1-7997-4d1d-8c25-fbb6fbecb2da" providerId="ADAL" clId="{425FE924-B7BB-479F-8A79-705E1DACB567}" dt="2024-09-15T20:43:54.338" v="47" actId="26606"/>
          <ac:spMkLst>
            <pc:docMk/>
            <pc:sldMk cId="0" sldId="258"/>
            <ac:spMk id="87" creationId="{5402222E-F041-43A0-81BC-1B3F2EF765E5}"/>
          </ac:spMkLst>
        </pc:spChg>
        <pc:spChg chg="add">
          <ac:chgData name="Baris, T.Y.X. (Timon)" userId="0cea81f1-7997-4d1d-8c25-fbb6fbecb2da" providerId="ADAL" clId="{425FE924-B7BB-479F-8A79-705E1DACB567}" dt="2024-09-15T21:11:01.151" v="90" actId="26606"/>
          <ac:spMkLst>
            <pc:docMk/>
            <pc:sldMk cId="0" sldId="258"/>
            <ac:spMk id="88" creationId="{743AA782-23D1-4521-8CAD-47662984AA08}"/>
          </ac:spMkLst>
        </pc:spChg>
        <pc:spChg chg="add del">
          <ac:chgData name="Baris, T.Y.X. (Timon)" userId="0cea81f1-7997-4d1d-8c25-fbb6fbecb2da" providerId="ADAL" clId="{425FE924-B7BB-479F-8A79-705E1DACB567}" dt="2024-09-15T20:43:54.338" v="47" actId="26606"/>
          <ac:spMkLst>
            <pc:docMk/>
            <pc:sldMk cId="0" sldId="258"/>
            <ac:spMk id="89" creationId="{B80D28A2-8EA4-4EF0-9056-3BDAA7290FDA}"/>
          </ac:spMkLst>
        </pc:spChg>
        <pc:spChg chg="add">
          <ac:chgData name="Baris, T.Y.X. (Timon)" userId="0cea81f1-7997-4d1d-8c25-fbb6fbecb2da" providerId="ADAL" clId="{425FE924-B7BB-479F-8A79-705E1DACB567}" dt="2024-09-15T21:11:01.151" v="90" actId="26606"/>
          <ac:spMkLst>
            <pc:docMk/>
            <pc:sldMk cId="0" sldId="258"/>
            <ac:spMk id="90" creationId="{650D18FE-0824-4A46-B22C-A86B52E5780A}"/>
          </ac:spMkLst>
        </pc:spChg>
        <pc:spChg chg="add del">
          <ac:chgData name="Baris, T.Y.X. (Timon)" userId="0cea81f1-7997-4d1d-8c25-fbb6fbecb2da" providerId="ADAL" clId="{425FE924-B7BB-479F-8A79-705E1DACB567}" dt="2024-09-15T21:10:37.309" v="71" actId="26606"/>
          <ac:spMkLst>
            <pc:docMk/>
            <pc:sldMk cId="0" sldId="258"/>
            <ac:spMk id="91" creationId="{71877DBC-BB60-40F0-AC93-2ACDBAAE60CE}"/>
          </ac:spMkLst>
        </pc:spChg>
        <pc:spChg chg="add del">
          <ac:chgData name="Baris, T.Y.X. (Timon)" userId="0cea81f1-7997-4d1d-8c25-fbb6fbecb2da" providerId="ADAL" clId="{425FE924-B7BB-479F-8A79-705E1DACB567}" dt="2024-09-15T21:10:51.913" v="86"/>
          <ac:spMkLst>
            <pc:docMk/>
            <pc:sldMk cId="0" sldId="258"/>
            <ac:spMk id="93" creationId="{743AA782-23D1-4521-8CAD-47662984AA08}"/>
          </ac:spMkLst>
        </pc:spChg>
        <pc:spChg chg="add del">
          <ac:chgData name="Baris, T.Y.X. (Timon)" userId="0cea81f1-7997-4d1d-8c25-fbb6fbecb2da" providerId="ADAL" clId="{425FE924-B7BB-479F-8A79-705E1DACB567}" dt="2024-09-15T20:43:54.332" v="46" actId="26606"/>
          <ac:spMkLst>
            <pc:docMk/>
            <pc:sldMk cId="0" sldId="258"/>
            <ac:spMk id="94" creationId="{841EFD0D-0D37-447B-B1EA-4F7197EB2911}"/>
          </ac:spMkLst>
        </pc:spChg>
        <pc:spChg chg="add del">
          <ac:chgData name="Baris, T.Y.X. (Timon)" userId="0cea81f1-7997-4d1d-8c25-fbb6fbecb2da" providerId="ADAL" clId="{425FE924-B7BB-479F-8A79-705E1DACB567}" dt="2024-09-15T21:10:51.913" v="86"/>
          <ac:spMkLst>
            <pc:docMk/>
            <pc:sldMk cId="0" sldId="258"/>
            <ac:spMk id="95" creationId="{650D18FE-0824-4A46-B22C-A86B52E5780A}"/>
          </ac:spMkLst>
        </pc:spChg>
        <pc:spChg chg="add del">
          <ac:chgData name="Baris, T.Y.X. (Timon)" userId="0cea81f1-7997-4d1d-8c25-fbb6fbecb2da" providerId="ADAL" clId="{425FE924-B7BB-479F-8A79-705E1DACB567}" dt="2024-09-15T20:43:54.332" v="46" actId="26606"/>
          <ac:spMkLst>
            <pc:docMk/>
            <pc:sldMk cId="0" sldId="258"/>
            <ac:spMk id="96" creationId="{5A6DFF24-307B-44B0-93F0-893676F1488A}"/>
          </ac:spMkLst>
        </pc:spChg>
        <pc:spChg chg="add del">
          <ac:chgData name="Baris, T.Y.X. (Timon)" userId="0cea81f1-7997-4d1d-8c25-fbb6fbecb2da" providerId="ADAL" clId="{425FE924-B7BB-479F-8A79-705E1DACB567}" dt="2024-09-15T20:43:54.332" v="46" actId="26606"/>
          <ac:spMkLst>
            <pc:docMk/>
            <pc:sldMk cId="0" sldId="258"/>
            <ac:spMk id="98" creationId="{A2805736-925B-4E6B-9FAB-73BA23E1E9A1}"/>
          </ac:spMkLst>
        </pc:spChg>
        <pc:spChg chg="add del">
          <ac:chgData name="Baris, T.Y.X. (Timon)" userId="0cea81f1-7997-4d1d-8c25-fbb6fbecb2da" providerId="ADAL" clId="{425FE924-B7BB-479F-8A79-705E1DACB567}" dt="2024-09-15T20:43:54.332" v="46" actId="26606"/>
          <ac:spMkLst>
            <pc:docMk/>
            <pc:sldMk cId="0" sldId="258"/>
            <ac:spMk id="100" creationId="{E9EA2B43-8884-423C-B0EB-8949B04621B5}"/>
          </ac:spMkLst>
        </pc:spChg>
        <pc:spChg chg="add del">
          <ac:chgData name="Baris, T.Y.X. (Timon)" userId="0cea81f1-7997-4d1d-8c25-fbb6fbecb2da" providerId="ADAL" clId="{425FE924-B7BB-479F-8A79-705E1DACB567}" dt="2024-09-15T20:43:54.332" v="46" actId="26606"/>
          <ac:spMkLst>
            <pc:docMk/>
            <pc:sldMk cId="0" sldId="258"/>
            <ac:spMk id="102" creationId="{F884A938-C405-4F09-AA12-590BEE1DE935}"/>
          </ac:spMkLst>
        </pc:spChg>
        <pc:spChg chg="add del">
          <ac:chgData name="Baris, T.Y.X. (Timon)" userId="0cea81f1-7997-4d1d-8c25-fbb6fbecb2da" providerId="ADAL" clId="{425FE924-B7BB-479F-8A79-705E1DACB567}" dt="2024-09-15T21:05:34.947" v="55"/>
          <ac:spMkLst>
            <pc:docMk/>
            <pc:sldMk cId="0" sldId="258"/>
            <ac:spMk id="104" creationId="{841EFD0D-0D37-447B-B1EA-4F7197EB2911}"/>
          </ac:spMkLst>
        </pc:spChg>
        <pc:spChg chg="add del">
          <ac:chgData name="Baris, T.Y.X. (Timon)" userId="0cea81f1-7997-4d1d-8c25-fbb6fbecb2da" providerId="ADAL" clId="{425FE924-B7BB-479F-8A79-705E1DACB567}" dt="2024-09-15T21:05:34.947" v="55"/>
          <ac:spMkLst>
            <pc:docMk/>
            <pc:sldMk cId="0" sldId="258"/>
            <ac:spMk id="105" creationId="{5A6DFF24-307B-44B0-93F0-893676F1488A}"/>
          </ac:spMkLst>
        </pc:spChg>
        <pc:spChg chg="add mod">
          <ac:chgData name="Baris, T.Y.X. (Timon)" userId="0cea81f1-7997-4d1d-8c25-fbb6fbecb2da" providerId="ADAL" clId="{425FE924-B7BB-479F-8A79-705E1DACB567}" dt="2024-09-15T21:18:05.216" v="95" actId="26606"/>
          <ac:spMkLst>
            <pc:docMk/>
            <pc:sldMk cId="0" sldId="258"/>
            <ac:spMk id="1031" creationId="{0505F399-6E38-2BF2-A1A7-6F25B58BE497}"/>
          </ac:spMkLst>
        </pc:spChg>
        <pc:spChg chg="add mod">
          <ac:chgData name="Baris, T.Y.X. (Timon)" userId="0cea81f1-7997-4d1d-8c25-fbb6fbecb2da" providerId="ADAL" clId="{425FE924-B7BB-479F-8A79-705E1DACB567}" dt="2024-09-15T21:18:05.216" v="95" actId="26606"/>
          <ac:spMkLst>
            <pc:docMk/>
            <pc:sldMk cId="0" sldId="258"/>
            <ac:spMk id="1033" creationId="{6C874670-EA6F-6A92-74FF-BE0AE2170263}"/>
          </ac:spMkLst>
        </pc:spChg>
        <pc:spChg chg="add mod">
          <ac:chgData name="Baris, T.Y.X. (Timon)" userId="0cea81f1-7997-4d1d-8c25-fbb6fbecb2da" providerId="ADAL" clId="{425FE924-B7BB-479F-8A79-705E1DACB567}" dt="2024-09-15T21:18:05.216" v="95" actId="26606"/>
          <ac:spMkLst>
            <pc:docMk/>
            <pc:sldMk cId="0" sldId="258"/>
            <ac:spMk id="1035" creationId="{8935F77D-3B2E-1D9C-A74E-20E1E7CA35F9}"/>
          </ac:spMkLst>
        </pc:spChg>
        <pc:picChg chg="add del mod modCrop">
          <ac:chgData name="Baris, T.Y.X. (Timon)" userId="0cea81f1-7997-4d1d-8c25-fbb6fbecb2da" providerId="ADAL" clId="{425FE924-B7BB-479F-8A79-705E1DACB567}" dt="2024-09-15T21:17:03.638" v="91" actId="478"/>
          <ac:picMkLst>
            <pc:docMk/>
            <pc:sldMk cId="0" sldId="258"/>
            <ac:picMk id="4" creationId="{6A8FABCD-4124-E222-10FA-F3107FC9CF18}"/>
          </ac:picMkLst>
        </pc:picChg>
        <pc:picChg chg="add del">
          <ac:chgData name="Baris, T.Y.X. (Timon)" userId="0cea81f1-7997-4d1d-8c25-fbb6fbecb2da" providerId="ADAL" clId="{425FE924-B7BB-479F-8A79-705E1DACB567}" dt="2024-09-15T20:40:36.656" v="43" actId="478"/>
          <ac:picMkLst>
            <pc:docMk/>
            <pc:sldMk cId="0" sldId="258"/>
            <ac:picMk id="79" creationId="{E34A89D5-7A6D-0651-0C70-4EED82F3E658}"/>
          </ac:picMkLst>
        </pc:picChg>
        <pc:picChg chg="add mod">
          <ac:chgData name="Baris, T.Y.X. (Timon)" userId="0cea81f1-7997-4d1d-8c25-fbb6fbecb2da" providerId="ADAL" clId="{425FE924-B7BB-479F-8A79-705E1DACB567}" dt="2024-09-15T21:18:05.216" v="95" actId="26606"/>
          <ac:picMkLst>
            <pc:docMk/>
            <pc:sldMk cId="0" sldId="258"/>
            <ac:picMk id="1026" creationId="{BE2D3B1B-7EA3-41EE-98CD-D49FA7A50622}"/>
          </ac:picMkLst>
        </pc:picChg>
      </pc:sldChg>
      <pc:sldChg chg="addSp delSp modSp mod setBg modClrScheme addAnim delAnim delDesignElem chgLayout modNotes">
        <pc:chgData name="Baris, T.Y.X. (Timon)" userId="0cea81f1-7997-4d1d-8c25-fbb6fbecb2da" providerId="ADAL" clId="{425FE924-B7BB-479F-8A79-705E1DACB567}" dt="2024-09-15T21:24:24.991" v="110" actId="26606"/>
        <pc:sldMkLst>
          <pc:docMk/>
          <pc:sldMk cId="0" sldId="259"/>
        </pc:sldMkLst>
        <pc:spChg chg="mod">
          <ac:chgData name="Baris, T.Y.X. (Timon)" userId="0cea81f1-7997-4d1d-8c25-fbb6fbecb2da" providerId="ADAL" clId="{425FE924-B7BB-479F-8A79-705E1DACB567}" dt="2024-09-15T21:24:04.903" v="108" actId="26606"/>
          <ac:spMkLst>
            <pc:docMk/>
            <pc:sldMk cId="0" sldId="259"/>
            <ac:spMk id="83" creationId="{00000000-0000-0000-0000-000000000000}"/>
          </ac:spMkLst>
        </pc:spChg>
        <pc:spChg chg="mod">
          <ac:chgData name="Baris, T.Y.X. (Timon)" userId="0cea81f1-7997-4d1d-8c25-fbb6fbecb2da" providerId="ADAL" clId="{425FE924-B7BB-479F-8A79-705E1DACB567}" dt="2024-09-15T21:24:04.903" v="108" actId="26606"/>
          <ac:spMkLst>
            <pc:docMk/>
            <pc:sldMk cId="0" sldId="259"/>
            <ac:spMk id="84" creationId="{00000000-0000-0000-0000-000000000000}"/>
          </ac:spMkLst>
        </pc:spChg>
        <pc:spChg chg="add">
          <ac:chgData name="Baris, T.Y.X. (Timon)" userId="0cea81f1-7997-4d1d-8c25-fbb6fbecb2da" providerId="ADAL" clId="{425FE924-B7BB-479F-8A79-705E1DACB567}" dt="2024-09-15T21:10:53.414" v="87" actId="26606"/>
          <ac:spMkLst>
            <pc:docMk/>
            <pc:sldMk cId="0" sldId="259"/>
            <ac:spMk id="87" creationId="{943CAA20-3569-4189-9E48-239A229A86CA}"/>
          </ac:spMkLst>
        </pc:spChg>
        <pc:spChg chg="add">
          <ac:chgData name="Baris, T.Y.X. (Timon)" userId="0cea81f1-7997-4d1d-8c25-fbb6fbecb2da" providerId="ADAL" clId="{425FE924-B7BB-479F-8A79-705E1DACB567}" dt="2024-09-15T21:10:53.414" v="87" actId="26606"/>
          <ac:spMkLst>
            <pc:docMk/>
            <pc:sldMk cId="0" sldId="259"/>
            <ac:spMk id="88" creationId="{DA542B6D-E775-4832-91DC-2D20F857813A}"/>
          </ac:spMkLst>
        </pc:spChg>
        <pc:spChg chg="add del">
          <ac:chgData name="Baris, T.Y.X. (Timon)" userId="0cea81f1-7997-4d1d-8c25-fbb6fbecb2da" providerId="ADAL" clId="{425FE924-B7BB-479F-8A79-705E1DACB567}" dt="2024-09-15T21:10:40.898" v="75" actId="26606"/>
          <ac:spMkLst>
            <pc:docMk/>
            <pc:sldMk cId="0" sldId="259"/>
            <ac:spMk id="89" creationId="{943CAA20-3569-4189-9E48-239A229A86CA}"/>
          </ac:spMkLst>
        </pc:spChg>
        <pc:spChg chg="add del">
          <ac:chgData name="Baris, T.Y.X. (Timon)" userId="0cea81f1-7997-4d1d-8c25-fbb6fbecb2da" providerId="ADAL" clId="{425FE924-B7BB-479F-8A79-705E1DACB567}" dt="2024-09-15T21:10:42.536" v="78" actId="26606"/>
          <ac:spMkLst>
            <pc:docMk/>
            <pc:sldMk cId="0" sldId="259"/>
            <ac:spMk id="90" creationId="{C0763A76-9F1C-4FC5-82B7-DD475DA461B2}"/>
          </ac:spMkLst>
        </pc:spChg>
        <pc:spChg chg="add del">
          <ac:chgData name="Baris, T.Y.X. (Timon)" userId="0cea81f1-7997-4d1d-8c25-fbb6fbecb2da" providerId="ADAL" clId="{425FE924-B7BB-479F-8A79-705E1DACB567}" dt="2024-09-15T21:10:40.898" v="75" actId="26606"/>
          <ac:spMkLst>
            <pc:docMk/>
            <pc:sldMk cId="0" sldId="259"/>
            <ac:spMk id="91" creationId="{DA542B6D-E775-4832-91DC-2D20F857813A}"/>
          </ac:spMkLst>
        </pc:spChg>
        <pc:spChg chg="add del">
          <ac:chgData name="Baris, T.Y.X. (Timon)" userId="0cea81f1-7997-4d1d-8c25-fbb6fbecb2da" providerId="ADAL" clId="{425FE924-B7BB-479F-8A79-705E1DACB567}" dt="2024-09-15T21:10:42.536" v="78" actId="26606"/>
          <ac:spMkLst>
            <pc:docMk/>
            <pc:sldMk cId="0" sldId="259"/>
            <ac:spMk id="92" creationId="{E81BF4F6-F2CF-4984-9D14-D6966D92F99F}"/>
          </ac:spMkLst>
        </pc:spChg>
        <pc:spChg chg="add del mod">
          <ac:chgData name="Baris, T.Y.X. (Timon)" userId="0cea81f1-7997-4d1d-8c25-fbb6fbecb2da" providerId="ADAL" clId="{425FE924-B7BB-479F-8A79-705E1DACB567}" dt="2024-09-15T21:24:24.991" v="110" actId="26606"/>
          <ac:spMkLst>
            <pc:docMk/>
            <pc:sldMk cId="0" sldId="259"/>
            <ac:spMk id="93" creationId="{CFCC4B84-5743-60FE-CF2C-849FD72E9FB8}"/>
          </ac:spMkLst>
        </pc:spChg>
        <pc:spChg chg="add del">
          <ac:chgData name="Baris, T.Y.X. (Timon)" userId="0cea81f1-7997-4d1d-8c25-fbb6fbecb2da" providerId="ADAL" clId="{425FE924-B7BB-479F-8A79-705E1DACB567}" dt="2024-09-15T21:10:46.173" v="80" actId="26606"/>
          <ac:spMkLst>
            <pc:docMk/>
            <pc:sldMk cId="0" sldId="259"/>
            <ac:spMk id="94" creationId="{2C61293E-6EBE-43EF-A52C-9BEBFD7679D4}"/>
          </ac:spMkLst>
        </pc:spChg>
        <pc:spChg chg="add del">
          <ac:chgData name="Baris, T.Y.X. (Timon)" userId="0cea81f1-7997-4d1d-8c25-fbb6fbecb2da" providerId="ADAL" clId="{425FE924-B7BB-479F-8A79-705E1DACB567}" dt="2024-09-15T21:10:46.173" v="80" actId="26606"/>
          <ac:spMkLst>
            <pc:docMk/>
            <pc:sldMk cId="0" sldId="259"/>
            <ac:spMk id="96" creationId="{21540236-BFD5-4A9D-8840-4703E7F76825}"/>
          </ac:spMkLst>
        </pc:spChg>
        <pc:spChg chg="add del mod">
          <ac:chgData name="Baris, T.Y.X. (Timon)" userId="0cea81f1-7997-4d1d-8c25-fbb6fbecb2da" providerId="ADAL" clId="{425FE924-B7BB-479F-8A79-705E1DACB567}" dt="2024-09-15T21:24:24.991" v="110" actId="26606"/>
          <ac:spMkLst>
            <pc:docMk/>
            <pc:sldMk cId="0" sldId="259"/>
            <ac:spMk id="97" creationId="{84BAD2FF-A86C-9851-29A7-F1952A49EA91}"/>
          </ac:spMkLst>
        </pc:spChg>
        <pc:spChg chg="add del">
          <ac:chgData name="Baris, T.Y.X. (Timon)" userId="0cea81f1-7997-4d1d-8c25-fbb6fbecb2da" providerId="ADAL" clId="{425FE924-B7BB-479F-8A79-705E1DACB567}" dt="2024-09-15T21:10:51.913" v="86"/>
          <ac:spMkLst>
            <pc:docMk/>
            <pc:sldMk cId="0" sldId="259"/>
            <ac:spMk id="98" creationId="{943CAA20-3569-4189-9E48-239A229A86CA}"/>
          </ac:spMkLst>
        </pc:spChg>
        <pc:spChg chg="add del">
          <ac:chgData name="Baris, T.Y.X. (Timon)" userId="0cea81f1-7997-4d1d-8c25-fbb6fbecb2da" providerId="ADAL" clId="{425FE924-B7BB-479F-8A79-705E1DACB567}" dt="2024-09-15T21:10:51.913" v="86"/>
          <ac:spMkLst>
            <pc:docMk/>
            <pc:sldMk cId="0" sldId="259"/>
            <ac:spMk id="99" creationId="{DA542B6D-E775-4832-91DC-2D20F857813A}"/>
          </ac:spMkLst>
        </pc:spChg>
        <pc:spChg chg="add mod">
          <ac:chgData name="Baris, T.Y.X. (Timon)" userId="0cea81f1-7997-4d1d-8c25-fbb6fbecb2da" providerId="ADAL" clId="{425FE924-B7BB-479F-8A79-705E1DACB567}" dt="2024-09-15T21:24:24.991" v="110" actId="26606"/>
          <ac:spMkLst>
            <pc:docMk/>
            <pc:sldMk cId="0" sldId="259"/>
            <ac:spMk id="100" creationId="{CC3DF7EC-10DB-98EF-B002-D0C42341FB9B}"/>
          </ac:spMkLst>
        </pc:spChg>
        <pc:spChg chg="add mod">
          <ac:chgData name="Baris, T.Y.X. (Timon)" userId="0cea81f1-7997-4d1d-8c25-fbb6fbecb2da" providerId="ADAL" clId="{425FE924-B7BB-479F-8A79-705E1DACB567}" dt="2024-09-15T21:24:24.991" v="110" actId="26606"/>
          <ac:spMkLst>
            <pc:docMk/>
            <pc:sldMk cId="0" sldId="259"/>
            <ac:spMk id="101" creationId="{8C749AA9-7146-DB50-3A77-932554A41282}"/>
          </ac:spMkLst>
        </pc:spChg>
        <pc:spChg chg="add">
          <ac:chgData name="Baris, T.Y.X. (Timon)" userId="0cea81f1-7997-4d1d-8c25-fbb6fbecb2da" providerId="ADAL" clId="{425FE924-B7BB-479F-8A79-705E1DACB567}" dt="2024-09-15T21:24:24.991" v="110" actId="26606"/>
          <ac:spMkLst>
            <pc:docMk/>
            <pc:sldMk cId="0" sldId="259"/>
            <ac:spMk id="2055" creationId="{60CE5D48-4DA3-C68D-0BFC-AEEA0F3E9912}"/>
          </ac:spMkLst>
        </pc:spChg>
        <pc:picChg chg="add del">
          <ac:chgData name="Baris, T.Y.X. (Timon)" userId="0cea81f1-7997-4d1d-8c25-fbb6fbecb2da" providerId="ADAL" clId="{425FE924-B7BB-479F-8A79-705E1DACB567}" dt="2024-09-15T21:10:42.536" v="78" actId="26606"/>
          <ac:picMkLst>
            <pc:docMk/>
            <pc:sldMk cId="0" sldId="259"/>
            <ac:picMk id="86" creationId="{DEA07904-237F-B894-68AA-57E5E225F9AF}"/>
          </ac:picMkLst>
        </pc:picChg>
        <pc:picChg chg="add del">
          <ac:chgData name="Baris, T.Y.X. (Timon)" userId="0cea81f1-7997-4d1d-8c25-fbb6fbecb2da" providerId="ADAL" clId="{425FE924-B7BB-479F-8A79-705E1DACB567}" dt="2024-09-15T21:10:46.173" v="80" actId="26606"/>
          <ac:picMkLst>
            <pc:docMk/>
            <pc:sldMk cId="0" sldId="259"/>
            <ac:picMk id="95" creationId="{89ADE6B2-0952-31FE-8F3D-DDEABC3AE82D}"/>
          </ac:picMkLst>
        </pc:picChg>
        <pc:picChg chg="add mod ord">
          <ac:chgData name="Baris, T.Y.X. (Timon)" userId="0cea81f1-7997-4d1d-8c25-fbb6fbecb2da" providerId="ADAL" clId="{425FE924-B7BB-479F-8A79-705E1DACB567}" dt="2024-09-15T21:24:24.991" v="110" actId="26606"/>
          <ac:picMkLst>
            <pc:docMk/>
            <pc:sldMk cId="0" sldId="259"/>
            <ac:picMk id="2050" creationId="{AA0F069A-F443-7E0D-577C-B477784C6484}"/>
          </ac:picMkLst>
        </pc:picChg>
      </pc:sldChg>
      <pc:sldChg chg="addSp delSp modSp mod modClrScheme chgLayout modNotes">
        <pc:chgData name="Baris, T.Y.X. (Timon)" userId="0cea81f1-7997-4d1d-8c25-fbb6fbecb2da" providerId="ADAL" clId="{425FE924-B7BB-479F-8A79-705E1DACB567}" dt="2024-09-15T21:29:49.865" v="238" actId="26606"/>
        <pc:sldMkLst>
          <pc:docMk/>
          <pc:sldMk cId="0" sldId="260"/>
        </pc:sldMkLst>
        <pc:spChg chg="mod">
          <ac:chgData name="Baris, T.Y.X. (Timon)" userId="0cea81f1-7997-4d1d-8c25-fbb6fbecb2da" providerId="ADAL" clId="{425FE924-B7BB-479F-8A79-705E1DACB567}" dt="2024-09-15T21:29:49.865" v="238" actId="26606"/>
          <ac:spMkLst>
            <pc:docMk/>
            <pc:sldMk cId="0" sldId="260"/>
            <ac:spMk id="89" creationId="{00000000-0000-0000-0000-000000000000}"/>
          </ac:spMkLst>
        </pc:spChg>
        <pc:spChg chg="del mod">
          <ac:chgData name="Baris, T.Y.X. (Timon)" userId="0cea81f1-7997-4d1d-8c25-fbb6fbecb2da" providerId="ADAL" clId="{425FE924-B7BB-479F-8A79-705E1DACB567}" dt="2024-09-15T21:29:49.865" v="238" actId="26606"/>
          <ac:spMkLst>
            <pc:docMk/>
            <pc:sldMk cId="0" sldId="260"/>
            <ac:spMk id="90" creationId="{00000000-0000-0000-0000-000000000000}"/>
          </ac:spMkLst>
        </pc:spChg>
        <pc:spChg chg="del">
          <ac:chgData name="Baris, T.Y.X. (Timon)" userId="0cea81f1-7997-4d1d-8c25-fbb6fbecb2da" providerId="ADAL" clId="{425FE924-B7BB-479F-8A79-705E1DACB567}" dt="2024-09-15T21:29:09.895" v="126" actId="478"/>
          <ac:spMkLst>
            <pc:docMk/>
            <pc:sldMk cId="0" sldId="260"/>
            <ac:spMk id="91" creationId="{00000000-0000-0000-0000-000000000000}"/>
          </ac:spMkLst>
        </pc:spChg>
        <pc:spChg chg="del">
          <ac:chgData name="Baris, T.Y.X. (Timon)" userId="0cea81f1-7997-4d1d-8c25-fbb6fbecb2da" providerId="ADAL" clId="{425FE924-B7BB-479F-8A79-705E1DACB567}" dt="2024-09-15T21:29:12.145" v="127" actId="478"/>
          <ac:spMkLst>
            <pc:docMk/>
            <pc:sldMk cId="0" sldId="260"/>
            <ac:spMk id="92" creationId="{00000000-0000-0000-0000-000000000000}"/>
          </ac:spMkLst>
        </pc:spChg>
        <pc:spChg chg="add mod">
          <ac:chgData name="Baris, T.Y.X. (Timon)" userId="0cea81f1-7997-4d1d-8c25-fbb6fbecb2da" providerId="ADAL" clId="{425FE924-B7BB-479F-8A79-705E1DACB567}" dt="2024-09-15T21:29:49.865" v="238" actId="26606"/>
          <ac:spMkLst>
            <pc:docMk/>
            <pc:sldMk cId="0" sldId="260"/>
            <ac:spMk id="96" creationId="{C6642D91-A3F5-69B3-4779-FDC75A823C3E}"/>
          </ac:spMkLst>
        </pc:spChg>
        <pc:spChg chg="add mod">
          <ac:chgData name="Baris, T.Y.X. (Timon)" userId="0cea81f1-7997-4d1d-8c25-fbb6fbecb2da" providerId="ADAL" clId="{425FE924-B7BB-479F-8A79-705E1DACB567}" dt="2024-09-15T21:29:49.865" v="238" actId="26606"/>
          <ac:spMkLst>
            <pc:docMk/>
            <pc:sldMk cId="0" sldId="260"/>
            <ac:spMk id="98" creationId="{D4B5C79D-D079-0568-BB5B-B8D5D24943A5}"/>
          </ac:spMkLst>
        </pc:spChg>
        <pc:spChg chg="add mod">
          <ac:chgData name="Baris, T.Y.X. (Timon)" userId="0cea81f1-7997-4d1d-8c25-fbb6fbecb2da" providerId="ADAL" clId="{425FE924-B7BB-479F-8A79-705E1DACB567}" dt="2024-09-15T21:29:49.865" v="238" actId="26606"/>
          <ac:spMkLst>
            <pc:docMk/>
            <pc:sldMk cId="0" sldId="260"/>
            <ac:spMk id="100" creationId="{B2D366F9-4B85-137C-81F5-EE35CAAF5F95}"/>
          </ac:spMkLst>
        </pc:spChg>
        <pc:graphicFrameChg chg="add">
          <ac:chgData name="Baris, T.Y.X. (Timon)" userId="0cea81f1-7997-4d1d-8c25-fbb6fbecb2da" providerId="ADAL" clId="{425FE924-B7BB-479F-8A79-705E1DACB567}" dt="2024-09-15T21:29:49.865" v="238" actId="26606"/>
          <ac:graphicFrameMkLst>
            <pc:docMk/>
            <pc:sldMk cId="0" sldId="260"/>
            <ac:graphicFrameMk id="93" creationId="{714882B3-422C-1704-F5B8-E75F713123F5}"/>
          </ac:graphicFrameMkLst>
        </pc:graphicFrameChg>
        <pc:picChg chg="add del mod">
          <ac:chgData name="Baris, T.Y.X. (Timon)" userId="0cea81f1-7997-4d1d-8c25-fbb6fbecb2da" providerId="ADAL" clId="{425FE924-B7BB-479F-8A79-705E1DACB567}" dt="2024-09-15T21:28:06.371" v="116" actId="478"/>
          <ac:picMkLst>
            <pc:docMk/>
            <pc:sldMk cId="0" sldId="260"/>
            <ac:picMk id="3074" creationId="{A20C34D0-A5AD-8876-528F-41E79E62B45B}"/>
          </ac:picMkLst>
        </pc:picChg>
        <pc:picChg chg="add del mod">
          <ac:chgData name="Baris, T.Y.X. (Timon)" userId="0cea81f1-7997-4d1d-8c25-fbb6fbecb2da" providerId="ADAL" clId="{425FE924-B7BB-479F-8A79-705E1DACB567}" dt="2024-09-15T21:28:06.371" v="116" actId="478"/>
          <ac:picMkLst>
            <pc:docMk/>
            <pc:sldMk cId="0" sldId="260"/>
            <ac:picMk id="3076" creationId="{6D8C9CEA-405B-67CB-F1CE-EC0CFD324FEC}"/>
          </ac:picMkLst>
        </pc:picChg>
        <pc:picChg chg="add del mod">
          <ac:chgData name="Baris, T.Y.X. (Timon)" userId="0cea81f1-7997-4d1d-8c25-fbb6fbecb2da" providerId="ADAL" clId="{425FE924-B7BB-479F-8A79-705E1DACB567}" dt="2024-09-15T21:28:42.359" v="124" actId="478"/>
          <ac:picMkLst>
            <pc:docMk/>
            <pc:sldMk cId="0" sldId="260"/>
            <ac:picMk id="3078" creationId="{05341453-AE93-1068-7805-60D9653907C6}"/>
          </ac:picMkLst>
        </pc:picChg>
        <pc:picChg chg="add del mod">
          <ac:chgData name="Baris, T.Y.X. (Timon)" userId="0cea81f1-7997-4d1d-8c25-fbb6fbecb2da" providerId="ADAL" clId="{425FE924-B7BB-479F-8A79-705E1DACB567}" dt="2024-09-15T21:28:42.359" v="124" actId="478"/>
          <ac:picMkLst>
            <pc:docMk/>
            <pc:sldMk cId="0" sldId="260"/>
            <ac:picMk id="3080" creationId="{D38B2D17-1DDD-53DD-F006-29A2E8E674ED}"/>
          </ac:picMkLst>
        </pc:picChg>
      </pc:sldChg>
      <pc:sldChg chg="modSp mod modNotes">
        <pc:chgData name="Baris, T.Y.X. (Timon)" userId="0cea81f1-7997-4d1d-8c25-fbb6fbecb2da" providerId="ADAL" clId="{425FE924-B7BB-479F-8A79-705E1DACB567}" dt="2024-09-15T21:44:03.687" v="446" actId="20577"/>
        <pc:sldMkLst>
          <pc:docMk/>
          <pc:sldMk cId="0" sldId="261"/>
        </pc:sldMkLst>
        <pc:spChg chg="mod">
          <ac:chgData name="Baris, T.Y.X. (Timon)" userId="0cea81f1-7997-4d1d-8c25-fbb6fbecb2da" providerId="ADAL" clId="{425FE924-B7BB-479F-8A79-705E1DACB567}" dt="2024-09-15T21:44:03.687" v="446" actId="20577"/>
          <ac:spMkLst>
            <pc:docMk/>
            <pc:sldMk cId="0" sldId="261"/>
            <ac:spMk id="97" creationId="{00000000-0000-0000-0000-000000000000}"/>
          </ac:spMkLst>
        </pc:spChg>
        <pc:spChg chg="mod">
          <ac:chgData name="Baris, T.Y.X. (Timon)" userId="0cea81f1-7997-4d1d-8c25-fbb6fbecb2da" providerId="ADAL" clId="{425FE924-B7BB-479F-8A79-705E1DACB567}" dt="2024-09-15T21:43:14.112" v="414" actId="14100"/>
          <ac:spMkLst>
            <pc:docMk/>
            <pc:sldMk cId="0" sldId="261"/>
            <ac:spMk id="98" creationId="{00000000-0000-0000-0000-000000000000}"/>
          </ac:spMkLst>
        </pc:spChg>
      </pc:sldChg>
      <pc:sldChg chg="addSp delSp modSp mod setBg delDesignElem">
        <pc:chgData name="Baris, T.Y.X. (Timon)" userId="0cea81f1-7997-4d1d-8c25-fbb6fbecb2da" providerId="ADAL" clId="{425FE924-B7BB-479F-8A79-705E1DACB567}" dt="2024-09-15T21:05:34.947" v="55"/>
        <pc:sldMkLst>
          <pc:docMk/>
          <pc:sldMk cId="0" sldId="262"/>
        </pc:sldMkLst>
        <pc:spChg chg="mod">
          <ac:chgData name="Baris, T.Y.X. (Timon)" userId="0cea81f1-7997-4d1d-8c25-fbb6fbecb2da" providerId="ADAL" clId="{425FE924-B7BB-479F-8A79-705E1DACB567}" dt="2024-09-15T20:37:18.127" v="40" actId="26606"/>
          <ac:spMkLst>
            <pc:docMk/>
            <pc:sldMk cId="0" sldId="262"/>
            <ac:spMk id="105" creationId="{00000000-0000-0000-0000-000000000000}"/>
          </ac:spMkLst>
        </pc:spChg>
        <pc:spChg chg="mod ord">
          <ac:chgData name="Baris, T.Y.X. (Timon)" userId="0cea81f1-7997-4d1d-8c25-fbb6fbecb2da" providerId="ADAL" clId="{425FE924-B7BB-479F-8A79-705E1DACB567}" dt="2024-09-15T20:37:18.127" v="40" actId="26606"/>
          <ac:spMkLst>
            <pc:docMk/>
            <pc:sldMk cId="0" sldId="262"/>
            <ac:spMk id="106" creationId="{00000000-0000-0000-0000-000000000000}"/>
          </ac:spMkLst>
        </pc:spChg>
        <pc:spChg chg="add del">
          <ac:chgData name="Baris, T.Y.X. (Timon)" userId="0cea81f1-7997-4d1d-8c25-fbb6fbecb2da" providerId="ADAL" clId="{425FE924-B7BB-479F-8A79-705E1DACB567}" dt="2024-09-15T20:37:18.127" v="40" actId="26606"/>
          <ac:spMkLst>
            <pc:docMk/>
            <pc:sldMk cId="0" sldId="262"/>
            <ac:spMk id="111" creationId="{841EFD0D-0D37-447B-B1EA-4F7197EB2911}"/>
          </ac:spMkLst>
        </pc:spChg>
        <pc:spChg chg="add del">
          <ac:chgData name="Baris, T.Y.X. (Timon)" userId="0cea81f1-7997-4d1d-8c25-fbb6fbecb2da" providerId="ADAL" clId="{425FE924-B7BB-479F-8A79-705E1DACB567}" dt="2024-09-15T20:37:18.127" v="40" actId="26606"/>
          <ac:spMkLst>
            <pc:docMk/>
            <pc:sldMk cId="0" sldId="262"/>
            <ac:spMk id="113" creationId="{5A6DFF24-307B-44B0-93F0-893676F1488A}"/>
          </ac:spMkLst>
        </pc:spChg>
        <pc:spChg chg="add del">
          <ac:chgData name="Baris, T.Y.X. (Timon)" userId="0cea81f1-7997-4d1d-8c25-fbb6fbecb2da" providerId="ADAL" clId="{425FE924-B7BB-479F-8A79-705E1DACB567}" dt="2024-09-15T20:37:18.127" v="40" actId="26606"/>
          <ac:spMkLst>
            <pc:docMk/>
            <pc:sldMk cId="0" sldId="262"/>
            <ac:spMk id="115" creationId="{93B3D315-2706-4149-873C-331EDFAFEF5A}"/>
          </ac:spMkLst>
        </pc:spChg>
        <pc:spChg chg="add del">
          <ac:chgData name="Baris, T.Y.X. (Timon)" userId="0cea81f1-7997-4d1d-8c25-fbb6fbecb2da" providerId="ADAL" clId="{425FE924-B7BB-479F-8A79-705E1DACB567}" dt="2024-09-15T20:37:18.127" v="40" actId="26606"/>
          <ac:spMkLst>
            <pc:docMk/>
            <pc:sldMk cId="0" sldId="262"/>
            <ac:spMk id="117" creationId="{8D04E398-086D-467C-B390-9F9079FA7ABA}"/>
          </ac:spMkLst>
        </pc:spChg>
        <pc:spChg chg="add del">
          <ac:chgData name="Baris, T.Y.X. (Timon)" userId="0cea81f1-7997-4d1d-8c25-fbb6fbecb2da" providerId="ADAL" clId="{425FE924-B7BB-479F-8A79-705E1DACB567}" dt="2024-09-15T20:37:18.127" v="40" actId="26606"/>
          <ac:spMkLst>
            <pc:docMk/>
            <pc:sldMk cId="0" sldId="262"/>
            <ac:spMk id="119" creationId="{20E344BB-E23E-4198-B2C7-8E752C6A956A}"/>
          </ac:spMkLst>
        </pc:spChg>
        <pc:spChg chg="add del">
          <ac:chgData name="Baris, T.Y.X. (Timon)" userId="0cea81f1-7997-4d1d-8c25-fbb6fbecb2da" providerId="ADAL" clId="{425FE924-B7BB-479F-8A79-705E1DACB567}" dt="2024-09-15T21:05:34.947" v="55"/>
          <ac:spMkLst>
            <pc:docMk/>
            <pc:sldMk cId="0" sldId="262"/>
            <ac:spMk id="124" creationId="{841EFD0D-0D37-447B-B1EA-4F7197EB2911}"/>
          </ac:spMkLst>
        </pc:spChg>
        <pc:spChg chg="add del">
          <ac:chgData name="Baris, T.Y.X. (Timon)" userId="0cea81f1-7997-4d1d-8c25-fbb6fbecb2da" providerId="ADAL" clId="{425FE924-B7BB-479F-8A79-705E1DACB567}" dt="2024-09-15T21:05:34.947" v="55"/>
          <ac:spMkLst>
            <pc:docMk/>
            <pc:sldMk cId="0" sldId="262"/>
            <ac:spMk id="126" creationId="{5A6DFF24-307B-44B0-93F0-893676F1488A}"/>
          </ac:spMkLst>
        </pc:spChg>
        <pc:spChg chg="add del">
          <ac:chgData name="Baris, T.Y.X. (Timon)" userId="0cea81f1-7997-4d1d-8c25-fbb6fbecb2da" providerId="ADAL" clId="{425FE924-B7BB-479F-8A79-705E1DACB567}" dt="2024-09-15T21:05:34.947" v="55"/>
          <ac:spMkLst>
            <pc:docMk/>
            <pc:sldMk cId="0" sldId="262"/>
            <ac:spMk id="128" creationId="{2D6CE9D5-28BB-4329-B5E2-B06131F27F5B}"/>
          </ac:spMkLst>
        </pc:spChg>
        <pc:spChg chg="add del">
          <ac:chgData name="Baris, T.Y.X. (Timon)" userId="0cea81f1-7997-4d1d-8c25-fbb6fbecb2da" providerId="ADAL" clId="{425FE924-B7BB-479F-8A79-705E1DACB567}" dt="2024-09-15T21:05:34.947" v="55"/>
          <ac:spMkLst>
            <pc:docMk/>
            <pc:sldMk cId="0" sldId="262"/>
            <ac:spMk id="130" creationId="{8D9F7D40-5D59-4F59-A331-D8F7710AC903}"/>
          </ac:spMkLst>
        </pc:spChg>
        <pc:spChg chg="add del">
          <ac:chgData name="Baris, T.Y.X. (Timon)" userId="0cea81f1-7997-4d1d-8c25-fbb6fbecb2da" providerId="ADAL" clId="{425FE924-B7BB-479F-8A79-705E1DACB567}" dt="2024-09-15T21:05:34.947" v="55"/>
          <ac:spMkLst>
            <pc:docMk/>
            <pc:sldMk cId="0" sldId="262"/>
            <ac:spMk id="132" creationId="{E2B1BC2F-AEBF-4990-A7F9-197AAF28BC7A}"/>
          </ac:spMkLst>
        </pc:spChg>
        <pc:picChg chg="mod">
          <ac:chgData name="Baris, T.Y.X. (Timon)" userId="0cea81f1-7997-4d1d-8c25-fbb6fbecb2da" providerId="ADAL" clId="{425FE924-B7BB-479F-8A79-705E1DACB567}" dt="2024-09-15T20:37:22.603" v="42" actId="1076"/>
          <ac:picMkLst>
            <pc:docMk/>
            <pc:sldMk cId="0" sldId="262"/>
            <ac:picMk id="2" creationId="{259C87F5-9E0A-9766-299B-49C2C5C65649}"/>
          </ac:picMkLst>
        </pc:picChg>
      </pc:sldChg>
      <pc:sldChg chg="modSp">
        <pc:chgData name="Baris, T.Y.X. (Timon)" userId="0cea81f1-7997-4d1d-8c25-fbb6fbecb2da" providerId="ADAL" clId="{425FE924-B7BB-479F-8A79-705E1DACB567}" dt="2024-09-15T21:10:51.913" v="86"/>
        <pc:sldMkLst>
          <pc:docMk/>
          <pc:sldMk cId="1629255795" sldId="263"/>
        </pc:sldMkLst>
        <pc:spChg chg="mod">
          <ac:chgData name="Baris, T.Y.X. (Timon)" userId="0cea81f1-7997-4d1d-8c25-fbb6fbecb2da" providerId="ADAL" clId="{425FE924-B7BB-479F-8A79-705E1DACB567}" dt="2024-09-15T21:10:51.913" v="86"/>
          <ac:spMkLst>
            <pc:docMk/>
            <pc:sldMk cId="1629255795" sldId="263"/>
            <ac:spMk id="2" creationId="{8276316B-E182-78AD-0BA3-0EE683D0190C}"/>
          </ac:spMkLst>
        </pc:spChg>
        <pc:spChg chg="mod">
          <ac:chgData name="Baris, T.Y.X. (Timon)" userId="0cea81f1-7997-4d1d-8c25-fbb6fbecb2da" providerId="ADAL" clId="{425FE924-B7BB-479F-8A79-705E1DACB567}" dt="2024-09-15T21:10:51.913" v="86"/>
          <ac:spMkLst>
            <pc:docMk/>
            <pc:sldMk cId="1629255795" sldId="263"/>
            <ac:spMk id="3" creationId="{174965F0-596E-44F3-DF49-A00BDB98D55B}"/>
          </ac:spMkLst>
        </pc:spChg>
      </pc:sldChg>
      <pc:sldChg chg="addSp delSp modSp new mod">
        <pc:chgData name="Baris, T.Y.X. (Timon)" userId="0cea81f1-7997-4d1d-8c25-fbb6fbecb2da" providerId="ADAL" clId="{425FE924-B7BB-479F-8A79-705E1DACB567}" dt="2024-09-15T21:31:23.987" v="293" actId="26606"/>
        <pc:sldMkLst>
          <pc:docMk/>
          <pc:sldMk cId="349591944" sldId="265"/>
        </pc:sldMkLst>
        <pc:spChg chg="mod">
          <ac:chgData name="Baris, T.Y.X. (Timon)" userId="0cea81f1-7997-4d1d-8c25-fbb6fbecb2da" providerId="ADAL" clId="{425FE924-B7BB-479F-8A79-705E1DACB567}" dt="2024-09-15T21:31:23.987" v="293" actId="26606"/>
          <ac:spMkLst>
            <pc:docMk/>
            <pc:sldMk cId="349591944" sldId="265"/>
            <ac:spMk id="2" creationId="{E76EFF28-2C38-1024-4B50-FDEAF2BB09A3}"/>
          </ac:spMkLst>
        </pc:spChg>
        <pc:spChg chg="del">
          <ac:chgData name="Baris, T.Y.X. (Timon)" userId="0cea81f1-7997-4d1d-8c25-fbb6fbecb2da" providerId="ADAL" clId="{425FE924-B7BB-479F-8A79-705E1DACB567}" dt="2024-09-15T21:30:29.957" v="273"/>
          <ac:spMkLst>
            <pc:docMk/>
            <pc:sldMk cId="349591944" sldId="265"/>
            <ac:spMk id="3" creationId="{1F8D5B72-C159-5BAB-BDF8-7225D13E14BE}"/>
          </ac:spMkLst>
        </pc:spChg>
        <pc:spChg chg="mod">
          <ac:chgData name="Baris, T.Y.X. (Timon)" userId="0cea81f1-7997-4d1d-8c25-fbb6fbecb2da" providerId="ADAL" clId="{425FE924-B7BB-479F-8A79-705E1DACB567}" dt="2024-09-15T21:31:23.987" v="293" actId="26606"/>
          <ac:spMkLst>
            <pc:docMk/>
            <pc:sldMk cId="349591944" sldId="265"/>
            <ac:spMk id="4" creationId="{08F4E378-7849-DC25-8544-6B8B4E22B77A}"/>
          </ac:spMkLst>
        </pc:spChg>
        <pc:spChg chg="del">
          <ac:chgData name="Baris, T.Y.X. (Timon)" userId="0cea81f1-7997-4d1d-8c25-fbb6fbecb2da" providerId="ADAL" clId="{425FE924-B7BB-479F-8A79-705E1DACB567}" dt="2024-09-15T21:31:23.987" v="293" actId="26606"/>
          <ac:spMkLst>
            <pc:docMk/>
            <pc:sldMk cId="349591944" sldId="265"/>
            <ac:spMk id="5" creationId="{4DD7C8BC-2989-754B-B7BF-4DEBD530A646}"/>
          </ac:spMkLst>
        </pc:spChg>
        <pc:spChg chg="mod">
          <ac:chgData name="Baris, T.Y.X. (Timon)" userId="0cea81f1-7997-4d1d-8c25-fbb6fbecb2da" providerId="ADAL" clId="{425FE924-B7BB-479F-8A79-705E1DACB567}" dt="2024-09-15T21:31:23.987" v="293" actId="26606"/>
          <ac:spMkLst>
            <pc:docMk/>
            <pc:sldMk cId="349591944" sldId="265"/>
            <ac:spMk id="6" creationId="{2A68471A-FA51-A90F-A631-8CC94256213E}"/>
          </ac:spMkLst>
        </pc:spChg>
        <pc:spChg chg="add del mod">
          <ac:chgData name="Baris, T.Y.X. (Timon)" userId="0cea81f1-7997-4d1d-8c25-fbb6fbecb2da" providerId="ADAL" clId="{425FE924-B7BB-479F-8A79-705E1DACB567}" dt="2024-09-15T21:31:09.118" v="285"/>
          <ac:spMkLst>
            <pc:docMk/>
            <pc:sldMk cId="349591944" sldId="265"/>
            <ac:spMk id="7" creationId="{554C933B-C127-E271-64F8-261CA6727333}"/>
          </ac:spMkLst>
        </pc:spChg>
        <pc:spChg chg="add">
          <ac:chgData name="Baris, T.Y.X. (Timon)" userId="0cea81f1-7997-4d1d-8c25-fbb6fbecb2da" providerId="ADAL" clId="{425FE924-B7BB-479F-8A79-705E1DACB567}" dt="2024-09-15T21:31:23.987" v="293" actId="26606"/>
          <ac:spMkLst>
            <pc:docMk/>
            <pc:sldMk cId="349591944" sldId="265"/>
            <ac:spMk id="4103" creationId="{EEEA2C57-DDE1-3813-6105-043CFCCF45CC}"/>
          </ac:spMkLst>
        </pc:spChg>
        <pc:picChg chg="add mod ord">
          <ac:chgData name="Baris, T.Y.X. (Timon)" userId="0cea81f1-7997-4d1d-8c25-fbb6fbecb2da" providerId="ADAL" clId="{425FE924-B7BB-479F-8A79-705E1DACB567}" dt="2024-09-15T21:31:23.987" v="293" actId="26606"/>
          <ac:picMkLst>
            <pc:docMk/>
            <pc:sldMk cId="349591944" sldId="265"/>
            <ac:picMk id="4098" creationId="{9325FF58-A06A-3A04-FAE2-14CBF994606F}"/>
          </ac:picMkLst>
        </pc:picChg>
        <pc:picChg chg="add del mod">
          <ac:chgData name="Baris, T.Y.X. (Timon)" userId="0cea81f1-7997-4d1d-8c25-fbb6fbecb2da" providerId="ADAL" clId="{425FE924-B7BB-479F-8A79-705E1DACB567}" dt="2024-09-15T21:31:09.107" v="283" actId="21"/>
          <ac:picMkLst>
            <pc:docMk/>
            <pc:sldMk cId="349591944" sldId="265"/>
            <ac:picMk id="4100" creationId="{6360D7D5-6B9B-BDB8-0F4A-B98E5806C8B0}"/>
          </ac:picMkLst>
        </pc:picChg>
      </pc:sldChg>
      <pc:sldChg chg="modSp mod">
        <pc:chgData name="Baris, T.Y.X. (Timon)" userId="0cea81f1-7997-4d1d-8c25-fbb6fbecb2da" providerId="ADAL" clId="{425FE924-B7BB-479F-8A79-705E1DACB567}" dt="2024-09-15T21:42:11.247" v="411" actId="1076"/>
        <pc:sldMkLst>
          <pc:docMk/>
          <pc:sldMk cId="2822270187" sldId="266"/>
        </pc:sldMkLst>
        <pc:picChg chg="mod">
          <ac:chgData name="Baris, T.Y.X. (Timon)" userId="0cea81f1-7997-4d1d-8c25-fbb6fbecb2da" providerId="ADAL" clId="{425FE924-B7BB-479F-8A79-705E1DACB567}" dt="2024-09-15T21:42:11.247" v="411" actId="1076"/>
          <ac:picMkLst>
            <pc:docMk/>
            <pc:sldMk cId="2822270187" sldId="266"/>
            <ac:picMk id="8" creationId="{BD91E622-75FD-26AF-3E2C-A8AB88C019E0}"/>
          </ac:picMkLst>
        </pc:picChg>
      </pc:sldChg>
      <pc:sldChg chg="addSp delSp modSp add mod ord">
        <pc:chgData name="Baris, T.Y.X. (Timon)" userId="0cea81f1-7997-4d1d-8c25-fbb6fbecb2da" providerId="ADAL" clId="{425FE924-B7BB-479F-8A79-705E1DACB567}" dt="2024-09-15T21:32:04.810" v="307"/>
        <pc:sldMkLst>
          <pc:docMk/>
          <pc:sldMk cId="3042007033" sldId="267"/>
        </pc:sldMkLst>
        <pc:spChg chg="mod">
          <ac:chgData name="Baris, T.Y.X. (Timon)" userId="0cea81f1-7997-4d1d-8c25-fbb6fbecb2da" providerId="ADAL" clId="{425FE924-B7BB-479F-8A79-705E1DACB567}" dt="2024-09-15T21:31:30.386" v="298" actId="20577"/>
          <ac:spMkLst>
            <pc:docMk/>
            <pc:sldMk cId="3042007033" sldId="267"/>
            <ac:spMk id="2" creationId="{E76EFF28-2C38-1024-4B50-FDEAF2BB09A3}"/>
          </ac:spMkLst>
        </pc:spChg>
        <pc:spChg chg="add del mod">
          <ac:chgData name="Baris, T.Y.X. (Timon)" userId="0cea81f1-7997-4d1d-8c25-fbb6fbecb2da" providerId="ADAL" clId="{425FE924-B7BB-479F-8A79-705E1DACB567}" dt="2024-09-15T21:31:35.636" v="301" actId="26606"/>
          <ac:spMkLst>
            <pc:docMk/>
            <pc:sldMk cId="3042007033" sldId="267"/>
            <ac:spMk id="5" creationId="{753E6C89-3F55-FFCC-2FCF-3EBF5F594CBE}"/>
          </ac:spMkLst>
        </pc:spChg>
        <pc:spChg chg="del">
          <ac:chgData name="Baris, T.Y.X. (Timon)" userId="0cea81f1-7997-4d1d-8c25-fbb6fbecb2da" providerId="ADAL" clId="{425FE924-B7BB-479F-8A79-705E1DACB567}" dt="2024-09-15T21:31:35.636" v="301" actId="26606"/>
          <ac:spMkLst>
            <pc:docMk/>
            <pc:sldMk cId="3042007033" sldId="267"/>
            <ac:spMk id="4103" creationId="{EEEA2C57-DDE1-3813-6105-043CFCCF45CC}"/>
          </ac:spMkLst>
        </pc:spChg>
        <pc:spChg chg="add">
          <ac:chgData name="Baris, T.Y.X. (Timon)" userId="0cea81f1-7997-4d1d-8c25-fbb6fbecb2da" providerId="ADAL" clId="{425FE924-B7BB-479F-8A79-705E1DACB567}" dt="2024-09-15T21:31:35.636" v="301" actId="26606"/>
          <ac:spMkLst>
            <pc:docMk/>
            <pc:sldMk cId="3042007033" sldId="267"/>
            <ac:spMk id="4108" creationId="{9F0FE6D1-A1B2-806E-0A40-DB3A295ABA3C}"/>
          </ac:spMkLst>
        </pc:spChg>
        <pc:picChg chg="del">
          <ac:chgData name="Baris, T.Y.X. (Timon)" userId="0cea81f1-7997-4d1d-8c25-fbb6fbecb2da" providerId="ADAL" clId="{425FE924-B7BB-479F-8A79-705E1DACB567}" dt="2024-09-15T21:31:34.176" v="300" actId="478"/>
          <ac:picMkLst>
            <pc:docMk/>
            <pc:sldMk cId="3042007033" sldId="267"/>
            <ac:picMk id="4098" creationId="{9325FF58-A06A-3A04-FAE2-14CBF994606F}"/>
          </ac:picMkLst>
        </pc:picChg>
        <pc:picChg chg="add mod ord">
          <ac:chgData name="Baris, T.Y.X. (Timon)" userId="0cea81f1-7997-4d1d-8c25-fbb6fbecb2da" providerId="ADAL" clId="{425FE924-B7BB-479F-8A79-705E1DACB567}" dt="2024-09-15T21:31:35.636" v="301" actId="26606"/>
          <ac:picMkLst>
            <pc:docMk/>
            <pc:sldMk cId="3042007033" sldId="267"/>
            <ac:picMk id="4100" creationId="{6360D7D5-6B9B-BDB8-0F4A-B98E5806C8B0}"/>
          </ac:picMkLst>
        </pc:picChg>
      </pc:sldChg>
      <pc:sldChg chg="modSp add del mod ord">
        <pc:chgData name="Baris, T.Y.X. (Timon)" userId="0cea81f1-7997-4d1d-8c25-fbb6fbecb2da" providerId="ADAL" clId="{425FE924-B7BB-479F-8A79-705E1DACB567}" dt="2024-09-15T21:36:04.676" v="352" actId="47"/>
        <pc:sldMkLst>
          <pc:docMk/>
          <pc:sldMk cId="729043295" sldId="268"/>
        </pc:sldMkLst>
        <pc:spChg chg="mod">
          <ac:chgData name="Baris, T.Y.X. (Timon)" userId="0cea81f1-7997-4d1d-8c25-fbb6fbecb2da" providerId="ADAL" clId="{425FE924-B7BB-479F-8A79-705E1DACB567}" dt="2024-09-15T21:34:54.076" v="335" actId="20577"/>
          <ac:spMkLst>
            <pc:docMk/>
            <pc:sldMk cId="729043295" sldId="268"/>
            <ac:spMk id="2" creationId="{E76EFF28-2C38-1024-4B50-FDEAF2BB09A3}"/>
          </ac:spMkLst>
        </pc:spChg>
      </pc:sldChg>
      <pc:sldChg chg="addSp delSp modSp add mod ord">
        <pc:chgData name="Baris, T.Y.X. (Timon)" userId="0cea81f1-7997-4d1d-8c25-fbb6fbecb2da" providerId="ADAL" clId="{425FE924-B7BB-479F-8A79-705E1DACB567}" dt="2024-09-15T21:38:54.313" v="395" actId="1076"/>
        <pc:sldMkLst>
          <pc:docMk/>
          <pc:sldMk cId="4258404511" sldId="269"/>
        </pc:sldMkLst>
        <pc:spChg chg="mod">
          <ac:chgData name="Baris, T.Y.X. (Timon)" userId="0cea81f1-7997-4d1d-8c25-fbb6fbecb2da" providerId="ADAL" clId="{425FE924-B7BB-479F-8A79-705E1DACB567}" dt="2024-09-15T21:35:57.914" v="349" actId="27636"/>
          <ac:spMkLst>
            <pc:docMk/>
            <pc:sldMk cId="4258404511" sldId="269"/>
            <ac:spMk id="2" creationId="{E76EFF28-2C38-1024-4B50-FDEAF2BB09A3}"/>
          </ac:spMkLst>
        </pc:spChg>
        <pc:spChg chg="add del mod">
          <ac:chgData name="Baris, T.Y.X. (Timon)" userId="0cea81f1-7997-4d1d-8c25-fbb6fbecb2da" providerId="ADAL" clId="{425FE924-B7BB-479F-8A79-705E1DACB567}" dt="2024-09-15T21:33:44.453" v="316"/>
          <ac:spMkLst>
            <pc:docMk/>
            <pc:sldMk cId="4258404511" sldId="269"/>
            <ac:spMk id="5" creationId="{F1B81BF1-E583-0B02-2023-BA0127A206FD}"/>
          </ac:spMkLst>
        </pc:spChg>
        <pc:spChg chg="add del mod">
          <ac:chgData name="Baris, T.Y.X. (Timon)" userId="0cea81f1-7997-4d1d-8c25-fbb6fbecb2da" providerId="ADAL" clId="{425FE924-B7BB-479F-8A79-705E1DACB567}" dt="2024-09-15T21:36:23.021" v="358" actId="478"/>
          <ac:spMkLst>
            <pc:docMk/>
            <pc:sldMk cId="4258404511" sldId="269"/>
            <ac:spMk id="7" creationId="{D8488CA9-2DF7-7FBD-133D-911D2CC69B82}"/>
          </ac:spMkLst>
        </pc:spChg>
        <pc:picChg chg="del">
          <ac:chgData name="Baris, T.Y.X. (Timon)" userId="0cea81f1-7997-4d1d-8c25-fbb6fbecb2da" providerId="ADAL" clId="{425FE924-B7BB-479F-8A79-705E1DACB567}" dt="2024-09-15T21:33:20.902" v="310" actId="478"/>
          <ac:picMkLst>
            <pc:docMk/>
            <pc:sldMk cId="4258404511" sldId="269"/>
            <ac:picMk id="4098" creationId="{9325FF58-A06A-3A04-FAE2-14CBF994606F}"/>
          </ac:picMkLst>
        </pc:picChg>
        <pc:picChg chg="add del mod">
          <ac:chgData name="Baris, T.Y.X. (Timon)" userId="0cea81f1-7997-4d1d-8c25-fbb6fbecb2da" providerId="ADAL" clId="{425FE924-B7BB-479F-8A79-705E1DACB567}" dt="2024-09-15T21:38:47.329" v="391" actId="478"/>
          <ac:picMkLst>
            <pc:docMk/>
            <pc:sldMk cId="4258404511" sldId="269"/>
            <ac:picMk id="5122" creationId="{FF1E0609-E244-2F09-DE49-F0AA3784A52C}"/>
          </ac:picMkLst>
        </pc:picChg>
        <pc:picChg chg="add del mod">
          <ac:chgData name="Baris, T.Y.X. (Timon)" userId="0cea81f1-7997-4d1d-8c25-fbb6fbecb2da" providerId="ADAL" clId="{425FE924-B7BB-479F-8A79-705E1DACB567}" dt="2024-09-15T21:36:07.152" v="353" actId="478"/>
          <ac:picMkLst>
            <pc:docMk/>
            <pc:sldMk cId="4258404511" sldId="269"/>
            <ac:picMk id="5124" creationId="{01BFF2D0-FD83-20B9-C6CA-3B72C7A1E4EB}"/>
          </ac:picMkLst>
        </pc:picChg>
        <pc:picChg chg="add del mod">
          <ac:chgData name="Baris, T.Y.X. (Timon)" userId="0cea81f1-7997-4d1d-8c25-fbb6fbecb2da" providerId="ADAL" clId="{425FE924-B7BB-479F-8A79-705E1DACB567}" dt="2024-09-15T21:36:09.832" v="355" actId="478"/>
          <ac:picMkLst>
            <pc:docMk/>
            <pc:sldMk cId="4258404511" sldId="269"/>
            <ac:picMk id="5126" creationId="{278559FE-11CA-F30C-E77A-B8001AD7156F}"/>
          </ac:picMkLst>
        </pc:picChg>
        <pc:picChg chg="add mod">
          <ac:chgData name="Baris, T.Y.X. (Timon)" userId="0cea81f1-7997-4d1d-8c25-fbb6fbecb2da" providerId="ADAL" clId="{425FE924-B7BB-479F-8A79-705E1DACB567}" dt="2024-09-15T21:36:39.689" v="369" actId="1076"/>
          <ac:picMkLst>
            <pc:docMk/>
            <pc:sldMk cId="4258404511" sldId="269"/>
            <ac:picMk id="5128" creationId="{15803D69-5B65-3D36-E81A-8ACDCE7157D4}"/>
          </ac:picMkLst>
        </pc:picChg>
        <pc:picChg chg="add mod">
          <ac:chgData name="Baris, T.Y.X. (Timon)" userId="0cea81f1-7997-4d1d-8c25-fbb6fbecb2da" providerId="ADAL" clId="{425FE924-B7BB-479F-8A79-705E1DACB567}" dt="2024-09-15T21:38:54.313" v="395" actId="1076"/>
          <ac:picMkLst>
            <pc:docMk/>
            <pc:sldMk cId="4258404511" sldId="269"/>
            <ac:picMk id="5130" creationId="{D136566F-BAC2-05BE-CB95-05943415D0E8}"/>
          </ac:picMkLst>
        </pc:picChg>
      </pc:sldChg>
      <pc:sldChg chg="modSp mod">
        <pc:chgData name="Baris, T.Y.X. (Timon)" userId="0cea81f1-7997-4d1d-8c25-fbb6fbecb2da" providerId="ADAL" clId="{425FE924-B7BB-479F-8A79-705E1DACB567}" dt="2024-09-15T21:42:31.638" v="413" actId="1076"/>
        <pc:sldMkLst>
          <pc:docMk/>
          <pc:sldMk cId="976751036" sldId="270"/>
        </pc:sldMkLst>
        <pc:picChg chg="mod">
          <ac:chgData name="Baris, T.Y.X. (Timon)" userId="0cea81f1-7997-4d1d-8c25-fbb6fbecb2da" providerId="ADAL" clId="{425FE924-B7BB-479F-8A79-705E1DACB567}" dt="2024-09-15T21:42:31.638" v="413" actId="1076"/>
          <ac:picMkLst>
            <pc:docMk/>
            <pc:sldMk cId="976751036" sldId="270"/>
            <ac:picMk id="8" creationId="{E88F2E68-279C-A948-98B1-D96CF6575A36}"/>
          </ac:picMkLst>
        </pc:picChg>
      </pc:sldChg>
      <pc:sldChg chg="addSp delSp modSp mod modClrScheme chgLayout">
        <pc:chgData name="Baris, T.Y.X. (Timon)" userId="0cea81f1-7997-4d1d-8c25-fbb6fbecb2da" providerId="ADAL" clId="{425FE924-B7BB-479F-8A79-705E1DACB567}" dt="2024-09-15T21:40:38.190" v="399" actId="20577"/>
        <pc:sldMkLst>
          <pc:docMk/>
          <pc:sldMk cId="141464764" sldId="271"/>
        </pc:sldMkLst>
        <pc:spChg chg="mod">
          <ac:chgData name="Baris, T.Y.X. (Timon)" userId="0cea81f1-7997-4d1d-8c25-fbb6fbecb2da" providerId="ADAL" clId="{425FE924-B7BB-479F-8A79-705E1DACB567}" dt="2024-09-15T21:39:18.378" v="397" actId="26606"/>
          <ac:spMkLst>
            <pc:docMk/>
            <pc:sldMk cId="141464764" sldId="271"/>
            <ac:spMk id="2" creationId="{49A1FB1A-8F0C-F0F7-5A30-BE2812C6444D}"/>
          </ac:spMkLst>
        </pc:spChg>
        <pc:spChg chg="mod">
          <ac:chgData name="Baris, T.Y.X. (Timon)" userId="0cea81f1-7997-4d1d-8c25-fbb6fbecb2da" providerId="ADAL" clId="{425FE924-B7BB-479F-8A79-705E1DACB567}" dt="2024-09-15T21:39:18.378" v="397" actId="26606"/>
          <ac:spMkLst>
            <pc:docMk/>
            <pc:sldMk cId="141464764" sldId="271"/>
            <ac:spMk id="4" creationId="{28998713-304C-F03C-6E25-E8334C26C2E2}"/>
          </ac:spMkLst>
        </pc:spChg>
        <pc:spChg chg="mod">
          <ac:chgData name="Baris, T.Y.X. (Timon)" userId="0cea81f1-7997-4d1d-8c25-fbb6fbecb2da" providerId="ADAL" clId="{425FE924-B7BB-479F-8A79-705E1DACB567}" dt="2024-09-15T21:39:18.378" v="397" actId="26606"/>
          <ac:spMkLst>
            <pc:docMk/>
            <pc:sldMk cId="141464764" sldId="271"/>
            <ac:spMk id="6" creationId="{6D20DFE3-C97C-6CB6-6160-4D8B0D4172A1}"/>
          </ac:spMkLst>
        </pc:spChg>
        <pc:spChg chg="mod ord">
          <ac:chgData name="Baris, T.Y.X. (Timon)" userId="0cea81f1-7997-4d1d-8c25-fbb6fbecb2da" providerId="ADAL" clId="{425FE924-B7BB-479F-8A79-705E1DACB567}" dt="2024-09-15T21:40:38.190" v="399" actId="20577"/>
          <ac:spMkLst>
            <pc:docMk/>
            <pc:sldMk cId="141464764" sldId="271"/>
            <ac:spMk id="8" creationId="{5451C6E4-5E54-5EB4-D642-2C92CB3FBE49}"/>
          </ac:spMkLst>
        </pc:spChg>
        <pc:spChg chg="del">
          <ac:chgData name="Baris, T.Y.X. (Timon)" userId="0cea81f1-7997-4d1d-8c25-fbb6fbecb2da" providerId="ADAL" clId="{425FE924-B7BB-479F-8A79-705E1DACB567}" dt="2024-09-15T21:39:18.378" v="397" actId="26606"/>
          <ac:spMkLst>
            <pc:docMk/>
            <pc:sldMk cId="141464764" sldId="271"/>
            <ac:spMk id="12" creationId="{F4F011B1-4E39-31B0-D11D-7D1D727F057E}"/>
          </ac:spMkLst>
        </pc:spChg>
        <pc:spChg chg="add mod">
          <ac:chgData name="Baris, T.Y.X. (Timon)" userId="0cea81f1-7997-4d1d-8c25-fbb6fbecb2da" providerId="ADAL" clId="{425FE924-B7BB-479F-8A79-705E1DACB567}" dt="2024-09-15T21:39:18.378" v="397" actId="26606"/>
          <ac:spMkLst>
            <pc:docMk/>
            <pc:sldMk cId="141464764" sldId="271"/>
            <ac:spMk id="17" creationId="{0B5A4DCF-6335-F1E7-9F0A-D558741A058D}"/>
          </ac:spMkLst>
        </pc:spChg>
        <pc:picChg chg="mod">
          <ac:chgData name="Baris, T.Y.X. (Timon)" userId="0cea81f1-7997-4d1d-8c25-fbb6fbecb2da" providerId="ADAL" clId="{425FE924-B7BB-479F-8A79-705E1DACB567}" dt="2024-09-15T21:40:35.211" v="398" actId="14100"/>
          <ac:picMkLst>
            <pc:docMk/>
            <pc:sldMk cId="141464764" sldId="271"/>
            <ac:picMk id="7" creationId="{106A8D92-56EE-57A4-1374-DC7AA29012B9}"/>
          </ac:picMkLst>
        </pc:picChg>
      </pc:sldChg>
      <pc:sldChg chg="addSp delSp modSp add">
        <pc:chgData name="Baris, T.Y.X. (Timon)" userId="0cea81f1-7997-4d1d-8c25-fbb6fbecb2da" providerId="ADAL" clId="{425FE924-B7BB-479F-8A79-705E1DACB567}" dt="2024-09-15T21:40:55.432" v="409" actId="1076"/>
        <pc:sldMkLst>
          <pc:docMk/>
          <pc:sldMk cId="4091716109" sldId="272"/>
        </pc:sldMkLst>
        <pc:picChg chg="del">
          <ac:chgData name="Baris, T.Y.X. (Timon)" userId="0cea81f1-7997-4d1d-8c25-fbb6fbecb2da" providerId="ADAL" clId="{425FE924-B7BB-479F-8A79-705E1DACB567}" dt="2024-09-15T21:40:42.060" v="400" actId="478"/>
          <ac:picMkLst>
            <pc:docMk/>
            <pc:sldMk cId="4091716109" sldId="272"/>
            <ac:picMk id="5122" creationId="{FF1E0609-E244-2F09-DE49-F0AA3784A52C}"/>
          </ac:picMkLst>
        </pc:picChg>
        <pc:picChg chg="del">
          <ac:chgData name="Baris, T.Y.X. (Timon)" userId="0cea81f1-7997-4d1d-8c25-fbb6fbecb2da" providerId="ADAL" clId="{425FE924-B7BB-479F-8A79-705E1DACB567}" dt="2024-09-15T21:40:42.639" v="401" actId="478"/>
          <ac:picMkLst>
            <pc:docMk/>
            <pc:sldMk cId="4091716109" sldId="272"/>
            <ac:picMk id="5124" creationId="{01BFF2D0-FD83-20B9-C6CA-3B72C7A1E4EB}"/>
          </ac:picMkLst>
        </pc:picChg>
        <pc:picChg chg="mod">
          <ac:chgData name="Baris, T.Y.X. (Timon)" userId="0cea81f1-7997-4d1d-8c25-fbb6fbecb2da" providerId="ADAL" clId="{425FE924-B7BB-479F-8A79-705E1DACB567}" dt="2024-09-15T21:40:54.199" v="408" actId="1076"/>
          <ac:picMkLst>
            <pc:docMk/>
            <pc:sldMk cId="4091716109" sldId="272"/>
            <ac:picMk id="5126" creationId="{278559FE-11CA-F30C-E77A-B8001AD7156F}"/>
          </ac:picMkLst>
        </pc:picChg>
        <pc:picChg chg="add mod">
          <ac:chgData name="Baris, T.Y.X. (Timon)" userId="0cea81f1-7997-4d1d-8c25-fbb6fbecb2da" providerId="ADAL" clId="{425FE924-B7BB-479F-8A79-705E1DACB567}" dt="2024-09-15T21:40:55.432" v="409" actId="1076"/>
          <ac:picMkLst>
            <pc:docMk/>
            <pc:sldMk cId="4091716109" sldId="272"/>
            <ac:picMk id="8194" creationId="{BB4415B8-5722-2693-F9DB-072F0588F5CC}"/>
          </ac:picMkLst>
        </pc:picChg>
      </pc:sldChg>
      <pc:sldChg chg="addSp delSp modSp add mod">
        <pc:chgData name="Baris, T.Y.X. (Timon)" userId="0cea81f1-7997-4d1d-8c25-fbb6fbecb2da" providerId="ADAL" clId="{425FE924-B7BB-479F-8A79-705E1DACB567}" dt="2024-09-15T21:39:10.007" v="396" actId="14100"/>
        <pc:sldMkLst>
          <pc:docMk/>
          <pc:sldMk cId="1774892300" sldId="273"/>
        </pc:sldMkLst>
        <pc:spChg chg="add del mod">
          <ac:chgData name="Baris, T.Y.X. (Timon)" userId="0cea81f1-7997-4d1d-8c25-fbb6fbecb2da" providerId="ADAL" clId="{425FE924-B7BB-479F-8A79-705E1DACB567}" dt="2024-09-15T21:37:53.428" v="373" actId="478"/>
          <ac:spMkLst>
            <pc:docMk/>
            <pc:sldMk cId="1774892300" sldId="273"/>
            <ac:spMk id="3" creationId="{8266F192-90CB-B32E-6614-AACEEA6B700C}"/>
          </ac:spMkLst>
        </pc:spChg>
        <pc:picChg chg="del">
          <ac:chgData name="Baris, T.Y.X. (Timon)" userId="0cea81f1-7997-4d1d-8c25-fbb6fbecb2da" providerId="ADAL" clId="{425FE924-B7BB-479F-8A79-705E1DACB567}" dt="2024-09-15T21:37:48.876" v="370" actId="478"/>
          <ac:picMkLst>
            <pc:docMk/>
            <pc:sldMk cId="1774892300" sldId="273"/>
            <ac:picMk id="5122" creationId="{FF1E0609-E244-2F09-DE49-F0AA3784A52C}"/>
          </ac:picMkLst>
        </pc:picChg>
        <pc:picChg chg="mod">
          <ac:chgData name="Baris, T.Y.X. (Timon)" userId="0cea81f1-7997-4d1d-8c25-fbb6fbecb2da" providerId="ADAL" clId="{425FE924-B7BB-479F-8A79-705E1DACB567}" dt="2024-09-15T21:38:11.535" v="383" actId="1076"/>
          <ac:picMkLst>
            <pc:docMk/>
            <pc:sldMk cId="1774892300" sldId="273"/>
            <ac:picMk id="5124" creationId="{01BFF2D0-FD83-20B9-C6CA-3B72C7A1E4EB}"/>
          </ac:picMkLst>
        </pc:picChg>
        <pc:picChg chg="del">
          <ac:chgData name="Baris, T.Y.X. (Timon)" userId="0cea81f1-7997-4d1d-8c25-fbb6fbecb2da" providerId="ADAL" clId="{425FE924-B7BB-479F-8A79-705E1DACB567}" dt="2024-09-15T21:37:49.550" v="371" actId="478"/>
          <ac:picMkLst>
            <pc:docMk/>
            <pc:sldMk cId="1774892300" sldId="273"/>
            <ac:picMk id="5126" creationId="{278559FE-11CA-F30C-E77A-B8001AD7156F}"/>
          </ac:picMkLst>
        </pc:picChg>
        <pc:picChg chg="add del mod">
          <ac:chgData name="Baris, T.Y.X. (Timon)" userId="0cea81f1-7997-4d1d-8c25-fbb6fbecb2da" providerId="ADAL" clId="{425FE924-B7BB-479F-8A79-705E1DACB567}" dt="2024-09-15T21:38:37.098" v="386" actId="478"/>
          <ac:picMkLst>
            <pc:docMk/>
            <pc:sldMk cId="1774892300" sldId="273"/>
            <ac:picMk id="7170" creationId="{BD4439D2-9544-893D-7F2C-E3B52D6967F4}"/>
          </ac:picMkLst>
        </pc:picChg>
        <pc:picChg chg="add del">
          <ac:chgData name="Baris, T.Y.X. (Timon)" userId="0cea81f1-7997-4d1d-8c25-fbb6fbecb2da" providerId="ADAL" clId="{425FE924-B7BB-479F-8A79-705E1DACB567}" dt="2024-09-15T21:38:37.098" v="386" actId="478"/>
          <ac:picMkLst>
            <pc:docMk/>
            <pc:sldMk cId="1774892300" sldId="273"/>
            <ac:picMk id="7172" creationId="{960C1F43-98D3-7673-8DED-0E297FA32D78}"/>
          </ac:picMkLst>
        </pc:picChg>
        <pc:picChg chg="add mod">
          <ac:chgData name="Baris, T.Y.X. (Timon)" userId="0cea81f1-7997-4d1d-8c25-fbb6fbecb2da" providerId="ADAL" clId="{425FE924-B7BB-479F-8A79-705E1DACB567}" dt="2024-09-15T21:39:10.007" v="396" actId="14100"/>
          <ac:picMkLst>
            <pc:docMk/>
            <pc:sldMk cId="1774892300" sldId="273"/>
            <ac:picMk id="7174" creationId="{E9A003FD-D050-4B8C-939D-7C49395D1EDF}"/>
          </ac:picMkLst>
        </pc:picChg>
      </pc:sldChg>
      <pc:sldChg chg="addSp delSp modSp mod modClrScheme chgLayout">
        <pc:chgData name="Baris, T.Y.X. (Timon)" userId="0cea81f1-7997-4d1d-8c25-fbb6fbecb2da" providerId="ADAL" clId="{425FE924-B7BB-479F-8A79-705E1DACB567}" dt="2024-09-15T21:44:20.154" v="461" actId="26606"/>
        <pc:sldMkLst>
          <pc:docMk/>
          <pc:sldMk cId="2435724506" sldId="274"/>
        </pc:sldMkLst>
        <pc:spChg chg="mod">
          <ac:chgData name="Baris, T.Y.X. (Timon)" userId="0cea81f1-7997-4d1d-8c25-fbb6fbecb2da" providerId="ADAL" clId="{425FE924-B7BB-479F-8A79-705E1DACB567}" dt="2024-09-15T21:44:20.154" v="461" actId="26606"/>
          <ac:spMkLst>
            <pc:docMk/>
            <pc:sldMk cId="2435724506" sldId="274"/>
            <ac:spMk id="2" creationId="{47B14F00-B281-29F6-B691-A1C0B4C52DEA}"/>
          </ac:spMkLst>
        </pc:spChg>
        <pc:spChg chg="add del">
          <ac:chgData name="Baris, T.Y.X. (Timon)" userId="0cea81f1-7997-4d1d-8c25-fbb6fbecb2da" providerId="ADAL" clId="{425FE924-B7BB-479F-8A79-705E1DACB567}" dt="2024-09-15T21:44:20.154" v="461" actId="26606"/>
          <ac:spMkLst>
            <pc:docMk/>
            <pc:sldMk cId="2435724506" sldId="274"/>
            <ac:spMk id="3" creationId="{DCB06074-6CEA-9710-3A71-B06C9396D707}"/>
          </ac:spMkLst>
        </pc:spChg>
        <pc:spChg chg="mod">
          <ac:chgData name="Baris, T.Y.X. (Timon)" userId="0cea81f1-7997-4d1d-8c25-fbb6fbecb2da" providerId="ADAL" clId="{425FE924-B7BB-479F-8A79-705E1DACB567}" dt="2024-09-15T21:44:20.154" v="461" actId="26606"/>
          <ac:spMkLst>
            <pc:docMk/>
            <pc:sldMk cId="2435724506" sldId="274"/>
            <ac:spMk id="4" creationId="{FDAA5FAB-6CC6-223D-3104-6F614EC9E36A}"/>
          </ac:spMkLst>
        </pc:spChg>
        <pc:spChg chg="add del">
          <ac:chgData name="Baris, T.Y.X. (Timon)" userId="0cea81f1-7997-4d1d-8c25-fbb6fbecb2da" providerId="ADAL" clId="{425FE924-B7BB-479F-8A79-705E1DACB567}" dt="2024-09-15T21:44:20.154" v="461" actId="26606"/>
          <ac:spMkLst>
            <pc:docMk/>
            <pc:sldMk cId="2435724506" sldId="274"/>
            <ac:spMk id="5" creationId="{A886A4A6-1E27-B119-0700-2710D1718DD9}"/>
          </ac:spMkLst>
        </pc:spChg>
        <pc:spChg chg="mod">
          <ac:chgData name="Baris, T.Y.X. (Timon)" userId="0cea81f1-7997-4d1d-8c25-fbb6fbecb2da" providerId="ADAL" clId="{425FE924-B7BB-479F-8A79-705E1DACB567}" dt="2024-09-15T21:44:20.154" v="461" actId="26606"/>
          <ac:spMkLst>
            <pc:docMk/>
            <pc:sldMk cId="2435724506" sldId="274"/>
            <ac:spMk id="6" creationId="{7ADE6827-6A75-CEAF-2FCD-2CDACEF37A6A}"/>
          </ac:spMkLst>
        </pc:spChg>
        <pc:spChg chg="add del mod">
          <ac:chgData name="Baris, T.Y.X. (Timon)" userId="0cea81f1-7997-4d1d-8c25-fbb6fbecb2da" providerId="ADAL" clId="{425FE924-B7BB-479F-8A79-705E1DACB567}" dt="2024-09-15T21:44:18.848" v="458" actId="26606"/>
          <ac:spMkLst>
            <pc:docMk/>
            <pc:sldMk cId="2435724506" sldId="274"/>
            <ac:spMk id="11" creationId="{41EB3CA1-8DCF-9C6F-7C75-573FC3345FA5}"/>
          </ac:spMkLst>
        </pc:spChg>
        <pc:spChg chg="add del mod">
          <ac:chgData name="Baris, T.Y.X. (Timon)" userId="0cea81f1-7997-4d1d-8c25-fbb6fbecb2da" providerId="ADAL" clId="{425FE924-B7BB-479F-8A79-705E1DACB567}" dt="2024-09-15T21:44:18.848" v="458" actId="26606"/>
          <ac:spMkLst>
            <pc:docMk/>
            <pc:sldMk cId="2435724506" sldId="274"/>
            <ac:spMk id="13" creationId="{9CD64E2E-DD4B-BC47-36B1-2963AE1A0BDD}"/>
          </ac:spMkLst>
        </pc:spChg>
        <pc:spChg chg="add del mod">
          <ac:chgData name="Baris, T.Y.X. (Timon)" userId="0cea81f1-7997-4d1d-8c25-fbb6fbecb2da" providerId="ADAL" clId="{425FE924-B7BB-479F-8A79-705E1DACB567}" dt="2024-09-15T21:44:20.150" v="460" actId="26606"/>
          <ac:spMkLst>
            <pc:docMk/>
            <pc:sldMk cId="2435724506" sldId="274"/>
            <ac:spMk id="15" creationId="{F0379158-5EC3-BA2A-C180-612CE81B8EC8}"/>
          </ac:spMkLst>
        </pc:spChg>
        <pc:spChg chg="add del mod">
          <ac:chgData name="Baris, T.Y.X. (Timon)" userId="0cea81f1-7997-4d1d-8c25-fbb6fbecb2da" providerId="ADAL" clId="{425FE924-B7BB-479F-8A79-705E1DACB567}" dt="2024-09-15T21:44:20.150" v="460" actId="26606"/>
          <ac:spMkLst>
            <pc:docMk/>
            <pc:sldMk cId="2435724506" sldId="274"/>
            <ac:spMk id="16" creationId="{7554D96D-F56F-F2E4-71ED-AFEEDCA55997}"/>
          </ac:spMkLst>
        </pc:spChg>
        <pc:spChg chg="add del mod">
          <ac:chgData name="Baris, T.Y.X. (Timon)" userId="0cea81f1-7997-4d1d-8c25-fbb6fbecb2da" providerId="ADAL" clId="{425FE924-B7BB-479F-8A79-705E1DACB567}" dt="2024-09-15T21:44:20.150" v="460" actId="26606"/>
          <ac:spMkLst>
            <pc:docMk/>
            <pc:sldMk cId="2435724506" sldId="274"/>
            <ac:spMk id="17" creationId="{3546B272-DC68-849E-53F3-96C6B1E5C962}"/>
          </ac:spMkLst>
        </pc:spChg>
        <pc:spChg chg="add mod">
          <ac:chgData name="Baris, T.Y.X. (Timon)" userId="0cea81f1-7997-4d1d-8c25-fbb6fbecb2da" providerId="ADAL" clId="{425FE924-B7BB-479F-8A79-705E1DACB567}" dt="2024-09-15T21:44:20.154" v="461" actId="26606"/>
          <ac:spMkLst>
            <pc:docMk/>
            <pc:sldMk cId="2435724506" sldId="274"/>
            <ac:spMk id="19" creationId="{B1467B58-A191-791E-BBE3-27B2EEC8C512}"/>
          </ac:spMkLst>
        </pc:spChg>
      </pc:sldChg>
      <pc:sldChg chg="addSp delSp modSp mod modClrScheme chgLayout">
        <pc:chgData name="Baris, T.Y.X. (Timon)" userId="0cea81f1-7997-4d1d-8c25-fbb6fbecb2da" providerId="ADAL" clId="{425FE924-B7BB-479F-8A79-705E1DACB567}" dt="2024-09-15T21:41:19.917" v="410" actId="26606"/>
        <pc:sldMkLst>
          <pc:docMk/>
          <pc:sldMk cId="1295275608" sldId="275"/>
        </pc:sldMkLst>
        <pc:spChg chg="mod">
          <ac:chgData name="Baris, T.Y.X. (Timon)" userId="0cea81f1-7997-4d1d-8c25-fbb6fbecb2da" providerId="ADAL" clId="{425FE924-B7BB-479F-8A79-705E1DACB567}" dt="2024-09-15T21:41:19.917" v="410" actId="26606"/>
          <ac:spMkLst>
            <pc:docMk/>
            <pc:sldMk cId="1295275608" sldId="275"/>
            <ac:spMk id="2" creationId="{49A1FB1A-8F0C-F0F7-5A30-BE2812C6444D}"/>
          </ac:spMkLst>
        </pc:spChg>
        <pc:spChg chg="mod">
          <ac:chgData name="Baris, T.Y.X. (Timon)" userId="0cea81f1-7997-4d1d-8c25-fbb6fbecb2da" providerId="ADAL" clId="{425FE924-B7BB-479F-8A79-705E1DACB567}" dt="2024-09-15T21:41:19.917" v="410" actId="26606"/>
          <ac:spMkLst>
            <pc:docMk/>
            <pc:sldMk cId="1295275608" sldId="275"/>
            <ac:spMk id="4" creationId="{28998713-304C-F03C-6E25-E8334C26C2E2}"/>
          </ac:spMkLst>
        </pc:spChg>
        <pc:spChg chg="mod">
          <ac:chgData name="Baris, T.Y.X. (Timon)" userId="0cea81f1-7997-4d1d-8c25-fbb6fbecb2da" providerId="ADAL" clId="{425FE924-B7BB-479F-8A79-705E1DACB567}" dt="2024-09-15T21:41:19.917" v="410" actId="26606"/>
          <ac:spMkLst>
            <pc:docMk/>
            <pc:sldMk cId="1295275608" sldId="275"/>
            <ac:spMk id="6" creationId="{6D20DFE3-C97C-6CB6-6160-4D8B0D4172A1}"/>
          </ac:spMkLst>
        </pc:spChg>
        <pc:spChg chg="mod ord">
          <ac:chgData name="Baris, T.Y.X. (Timon)" userId="0cea81f1-7997-4d1d-8c25-fbb6fbecb2da" providerId="ADAL" clId="{425FE924-B7BB-479F-8A79-705E1DACB567}" dt="2024-09-15T21:41:19.917" v="410" actId="26606"/>
          <ac:spMkLst>
            <pc:docMk/>
            <pc:sldMk cId="1295275608" sldId="275"/>
            <ac:spMk id="8" creationId="{5451C6E4-5E54-5EB4-D642-2C92CB3FBE49}"/>
          </ac:spMkLst>
        </pc:spChg>
        <pc:spChg chg="del">
          <ac:chgData name="Baris, T.Y.X. (Timon)" userId="0cea81f1-7997-4d1d-8c25-fbb6fbecb2da" providerId="ADAL" clId="{425FE924-B7BB-479F-8A79-705E1DACB567}" dt="2024-09-15T21:41:19.917" v="410" actId="26606"/>
          <ac:spMkLst>
            <pc:docMk/>
            <pc:sldMk cId="1295275608" sldId="275"/>
            <ac:spMk id="12" creationId="{F4F011B1-4E39-31B0-D11D-7D1D727F057E}"/>
          </ac:spMkLst>
        </pc:spChg>
        <pc:spChg chg="add mod">
          <ac:chgData name="Baris, T.Y.X. (Timon)" userId="0cea81f1-7997-4d1d-8c25-fbb6fbecb2da" providerId="ADAL" clId="{425FE924-B7BB-479F-8A79-705E1DACB567}" dt="2024-09-15T21:41:19.917" v="410" actId="26606"/>
          <ac:spMkLst>
            <pc:docMk/>
            <pc:sldMk cId="1295275608" sldId="275"/>
            <ac:spMk id="17" creationId="{51A9E1BC-C015-48B7-1CD5-3C379F2ADA70}"/>
          </ac:spMkLst>
        </pc:spChg>
        <pc:picChg chg="mod ord">
          <ac:chgData name="Baris, T.Y.X. (Timon)" userId="0cea81f1-7997-4d1d-8c25-fbb6fbecb2da" providerId="ADAL" clId="{425FE924-B7BB-479F-8A79-705E1DACB567}" dt="2024-09-15T21:41:19.917" v="410" actId="26606"/>
          <ac:picMkLst>
            <pc:docMk/>
            <pc:sldMk cId="1295275608" sldId="275"/>
            <ac:picMk id="9" creationId="{94C0EC6E-F72F-9CF5-E3A4-7284E84D0695}"/>
          </ac:picMkLst>
        </pc:picChg>
      </pc:sldChg>
      <pc:sldMasterChg chg="modSldLayout">
        <pc:chgData name="Baris, T.Y.X. (Timon)" userId="0cea81f1-7997-4d1d-8c25-fbb6fbecb2da" providerId="ADAL" clId="{425FE924-B7BB-479F-8A79-705E1DACB567}" dt="2024-09-15T20:34:07.599" v="2"/>
        <pc:sldMasterMkLst>
          <pc:docMk/>
          <pc:sldMasterMk cId="4271272000" sldId="2147483660"/>
        </pc:sldMasterMkLst>
        <pc:sldLayoutChg chg="delSp">
          <pc:chgData name="Baris, T.Y.X. (Timon)" userId="0cea81f1-7997-4d1d-8c25-fbb6fbecb2da" providerId="ADAL" clId="{425FE924-B7BB-479F-8A79-705E1DACB567}" dt="2024-09-15T20:34:07.599" v="2"/>
          <pc:sldLayoutMkLst>
            <pc:docMk/>
            <pc:sldMasterMk cId="4271272000" sldId="2147483660"/>
            <pc:sldLayoutMk cId="3123200713" sldId="2147483672"/>
          </pc:sldLayoutMkLst>
          <pc:spChg chg="del">
            <ac:chgData name="Baris, T.Y.X. (Timon)" userId="0cea81f1-7997-4d1d-8c25-fbb6fbecb2da" providerId="ADAL" clId="{425FE924-B7BB-479F-8A79-705E1DACB567}" dt="2024-09-15T20:34:07.599" v="2"/>
            <ac:spMkLst>
              <pc:docMk/>
              <pc:sldMasterMk cId="4271272000" sldId="2147483660"/>
              <pc:sldLayoutMk cId="3123200713" sldId="2147483672"/>
              <ac:spMk id="20" creationId="{00000000-0000-0000-0000-000000000000}"/>
            </ac:spMkLst>
          </pc:spChg>
          <pc:spChg chg="del">
            <ac:chgData name="Baris, T.Y.X. (Timon)" userId="0cea81f1-7997-4d1d-8c25-fbb6fbecb2da" providerId="ADAL" clId="{425FE924-B7BB-479F-8A79-705E1DACB567}" dt="2024-09-15T20:34:07.599" v="2"/>
            <ac:spMkLst>
              <pc:docMk/>
              <pc:sldMasterMk cId="4271272000" sldId="2147483660"/>
              <pc:sldLayoutMk cId="3123200713" sldId="2147483672"/>
              <ac:spMk id="21" creationId="{00000000-0000-0000-0000-000000000000}"/>
            </ac:spMkLst>
          </pc:spChg>
          <pc:spChg chg="del">
            <ac:chgData name="Baris, T.Y.X. (Timon)" userId="0cea81f1-7997-4d1d-8c25-fbb6fbecb2da" providerId="ADAL" clId="{425FE924-B7BB-479F-8A79-705E1DACB567}" dt="2024-09-15T20:34:07.599" v="2"/>
            <ac:spMkLst>
              <pc:docMk/>
              <pc:sldMasterMk cId="4271272000" sldId="2147483660"/>
              <pc:sldLayoutMk cId="3123200713" sldId="2147483672"/>
              <ac:spMk id="22" creationId="{00000000-0000-0000-0000-000000000000}"/>
            </ac:spMkLst>
          </pc:spChg>
        </pc:sldLayoutChg>
      </pc:sldMasterChg>
    </pc:docChg>
  </pc:docChgLst>
  <pc:docChgLst>
    <pc:chgData name="Ilahibaks, M.I. (Irvan)" userId="9b1147a9-369f-4776-af37-3229451ae964" providerId="ADAL" clId="{3D1EC2D3-1F7F-474F-860B-1B855C2130A6}"/>
    <pc:docChg chg="custSel modSld sldOrd">
      <pc:chgData name="Ilahibaks, M.I. (Irvan)" userId="9b1147a9-369f-4776-af37-3229451ae964" providerId="ADAL" clId="{3D1EC2D3-1F7F-474F-860B-1B855C2130A6}" dt="2024-09-16T16:23:19.051" v="50" actId="27636"/>
      <pc:docMkLst>
        <pc:docMk/>
      </pc:docMkLst>
      <pc:sldChg chg="ord">
        <pc:chgData name="Ilahibaks, M.I. (Irvan)" userId="9b1147a9-369f-4776-af37-3229451ae964" providerId="ADAL" clId="{3D1EC2D3-1F7F-474F-860B-1B855C2130A6}" dt="2024-09-16T16:23:00.334" v="40"/>
        <pc:sldMkLst>
          <pc:docMk/>
          <pc:sldMk cId="0" sldId="260"/>
        </pc:sldMkLst>
      </pc:sldChg>
      <pc:sldChg chg="modSp mod ord">
        <pc:chgData name="Ilahibaks, M.I. (Irvan)" userId="9b1147a9-369f-4776-af37-3229451ae964" providerId="ADAL" clId="{3D1EC2D3-1F7F-474F-860B-1B855C2130A6}" dt="2024-09-16T16:22:00.955" v="23" actId="20577"/>
        <pc:sldMkLst>
          <pc:docMk/>
          <pc:sldMk cId="349591944" sldId="265"/>
        </pc:sldMkLst>
        <pc:spChg chg="mod">
          <ac:chgData name="Ilahibaks, M.I. (Irvan)" userId="9b1147a9-369f-4776-af37-3229451ae964" providerId="ADAL" clId="{3D1EC2D3-1F7F-474F-860B-1B855C2130A6}" dt="2024-09-16T16:22:00.955" v="23" actId="20577"/>
          <ac:spMkLst>
            <pc:docMk/>
            <pc:sldMk cId="349591944" sldId="265"/>
            <ac:spMk id="2" creationId="{E76EFF28-2C38-1024-4B50-FDEAF2BB09A3}"/>
          </ac:spMkLst>
        </pc:spChg>
      </pc:sldChg>
      <pc:sldChg chg="modSp mod ord">
        <pc:chgData name="Ilahibaks, M.I. (Irvan)" userId="9b1147a9-369f-4776-af37-3229451ae964" providerId="ADAL" clId="{3D1EC2D3-1F7F-474F-860B-1B855C2130A6}" dt="2024-09-16T16:22:09.027" v="36" actId="20577"/>
        <pc:sldMkLst>
          <pc:docMk/>
          <pc:sldMk cId="3042007033" sldId="267"/>
        </pc:sldMkLst>
        <pc:spChg chg="mod">
          <ac:chgData name="Ilahibaks, M.I. (Irvan)" userId="9b1147a9-369f-4776-af37-3229451ae964" providerId="ADAL" clId="{3D1EC2D3-1F7F-474F-860B-1B855C2130A6}" dt="2024-09-16T16:22:09.027" v="36" actId="20577"/>
          <ac:spMkLst>
            <pc:docMk/>
            <pc:sldMk cId="3042007033" sldId="267"/>
            <ac:spMk id="2" creationId="{E76EFF28-2C38-1024-4B50-FDEAF2BB09A3}"/>
          </ac:spMkLst>
        </pc:spChg>
      </pc:sldChg>
      <pc:sldChg chg="modSp mod">
        <pc:chgData name="Ilahibaks, M.I. (Irvan)" userId="9b1147a9-369f-4776-af37-3229451ae964" providerId="ADAL" clId="{3D1EC2D3-1F7F-474F-860B-1B855C2130A6}" dt="2024-09-16T16:23:10.009" v="46" actId="20577"/>
        <pc:sldMkLst>
          <pc:docMk/>
          <pc:sldMk cId="4258404511" sldId="269"/>
        </pc:sldMkLst>
        <pc:spChg chg="mod">
          <ac:chgData name="Ilahibaks, M.I. (Irvan)" userId="9b1147a9-369f-4776-af37-3229451ae964" providerId="ADAL" clId="{3D1EC2D3-1F7F-474F-860B-1B855C2130A6}" dt="2024-09-16T16:23:10.009" v="46" actId="20577"/>
          <ac:spMkLst>
            <pc:docMk/>
            <pc:sldMk cId="4258404511" sldId="269"/>
            <ac:spMk id="2" creationId="{E76EFF28-2C38-1024-4B50-FDEAF2BB09A3}"/>
          </ac:spMkLst>
        </pc:spChg>
      </pc:sldChg>
      <pc:sldChg chg="modSp mod">
        <pc:chgData name="Ilahibaks, M.I. (Irvan)" userId="9b1147a9-369f-4776-af37-3229451ae964" providerId="ADAL" clId="{3D1EC2D3-1F7F-474F-860B-1B855C2130A6}" dt="2024-09-16T16:23:19.051" v="50" actId="27636"/>
        <pc:sldMkLst>
          <pc:docMk/>
          <pc:sldMk cId="4091716109" sldId="272"/>
        </pc:sldMkLst>
        <pc:spChg chg="mod">
          <ac:chgData name="Ilahibaks, M.I. (Irvan)" userId="9b1147a9-369f-4776-af37-3229451ae964" providerId="ADAL" clId="{3D1EC2D3-1F7F-474F-860B-1B855C2130A6}" dt="2024-09-16T16:23:19.051" v="50" actId="27636"/>
          <ac:spMkLst>
            <pc:docMk/>
            <pc:sldMk cId="4091716109" sldId="272"/>
            <ac:spMk id="2" creationId="{E76EFF28-2C38-1024-4B50-FDEAF2BB09A3}"/>
          </ac:spMkLst>
        </pc:spChg>
      </pc:sldChg>
      <pc:sldChg chg="modSp mod">
        <pc:chgData name="Ilahibaks, M.I. (Irvan)" userId="9b1147a9-369f-4776-af37-3229451ae964" providerId="ADAL" clId="{3D1EC2D3-1F7F-474F-860B-1B855C2130A6}" dt="2024-09-16T16:23:15.716" v="48" actId="27636"/>
        <pc:sldMkLst>
          <pc:docMk/>
          <pc:sldMk cId="1774892300" sldId="273"/>
        </pc:sldMkLst>
        <pc:spChg chg="mod">
          <ac:chgData name="Ilahibaks, M.I. (Irvan)" userId="9b1147a9-369f-4776-af37-3229451ae964" providerId="ADAL" clId="{3D1EC2D3-1F7F-474F-860B-1B855C2130A6}" dt="2024-09-16T16:23:15.716" v="48" actId="27636"/>
          <ac:spMkLst>
            <pc:docMk/>
            <pc:sldMk cId="1774892300" sldId="273"/>
            <ac:spMk id="2" creationId="{E76EFF28-2C38-1024-4B50-FDEAF2BB09A3}"/>
          </ac:spMkLst>
        </pc:spChg>
      </pc:sldChg>
    </pc:docChg>
  </pc:docChgLst>
  <pc:docChgLst>
    <pc:chgData name="Ilahibaks, M.I. (Irvan)" userId="S::m.i.ilahibaks@students.uu.nl::9b1147a9-369f-4776-af37-3229451ae964" providerId="AD" clId="Web-{A8801005-4340-177B-BBCC-45AD56C4C8F9}"/>
    <pc:docChg chg="addSld modSld">
      <pc:chgData name="Ilahibaks, M.I. (Irvan)" userId="S::m.i.ilahibaks@students.uu.nl::9b1147a9-369f-4776-af37-3229451ae964" providerId="AD" clId="Web-{A8801005-4340-177B-BBCC-45AD56C4C8F9}" dt="2024-09-15T21:47:26.594" v="111" actId="20577"/>
      <pc:docMkLst>
        <pc:docMk/>
      </pc:docMkLst>
      <pc:sldChg chg="modSp">
        <pc:chgData name="Ilahibaks, M.I. (Irvan)" userId="S::m.i.ilahibaks@students.uu.nl::9b1147a9-369f-4776-af37-3229451ae964" providerId="AD" clId="Web-{A8801005-4340-177B-BBCC-45AD56C4C8F9}" dt="2024-09-15T21:23:09.345" v="18" actId="20577"/>
        <pc:sldMkLst>
          <pc:docMk/>
          <pc:sldMk cId="0" sldId="256"/>
        </pc:sldMkLst>
        <pc:spChg chg="mod">
          <ac:chgData name="Ilahibaks, M.I. (Irvan)" userId="S::m.i.ilahibaks@students.uu.nl::9b1147a9-369f-4776-af37-3229451ae964" providerId="AD" clId="Web-{A8801005-4340-177B-BBCC-45AD56C4C8F9}" dt="2024-09-15T21:23:09.345" v="18" actId="20577"/>
          <ac:spMkLst>
            <pc:docMk/>
            <pc:sldMk cId="0" sldId="256"/>
            <ac:spMk id="65" creationId="{00000000-0000-0000-0000-000000000000}"/>
          </ac:spMkLst>
        </pc:spChg>
      </pc:sldChg>
      <pc:sldChg chg="modSp">
        <pc:chgData name="Ilahibaks, M.I. (Irvan)" userId="S::m.i.ilahibaks@students.uu.nl::9b1147a9-369f-4776-af37-3229451ae964" providerId="AD" clId="Web-{A8801005-4340-177B-BBCC-45AD56C4C8F9}" dt="2024-09-15T21:26:30.766" v="56" actId="20577"/>
        <pc:sldMkLst>
          <pc:docMk/>
          <pc:sldMk cId="0" sldId="259"/>
        </pc:sldMkLst>
        <pc:spChg chg="mod">
          <ac:chgData name="Ilahibaks, M.I. (Irvan)" userId="S::m.i.ilahibaks@students.uu.nl::9b1147a9-369f-4776-af37-3229451ae964" providerId="AD" clId="Web-{A8801005-4340-177B-BBCC-45AD56C4C8F9}" dt="2024-09-15T21:26:30.766" v="56" actId="20577"/>
          <ac:spMkLst>
            <pc:docMk/>
            <pc:sldMk cId="0" sldId="259"/>
            <ac:spMk id="84" creationId="{00000000-0000-0000-0000-000000000000}"/>
          </ac:spMkLst>
        </pc:spChg>
      </pc:sldChg>
      <pc:sldChg chg="modSp">
        <pc:chgData name="Ilahibaks, M.I. (Irvan)" userId="S::m.i.ilahibaks@students.uu.nl::9b1147a9-369f-4776-af37-3229451ae964" providerId="AD" clId="Web-{A8801005-4340-177B-BBCC-45AD56C4C8F9}" dt="2024-09-15T21:47:26.594" v="111" actId="20577"/>
        <pc:sldMkLst>
          <pc:docMk/>
          <pc:sldMk cId="0" sldId="261"/>
        </pc:sldMkLst>
        <pc:spChg chg="mod">
          <ac:chgData name="Ilahibaks, M.I. (Irvan)" userId="S::m.i.ilahibaks@students.uu.nl::9b1147a9-369f-4776-af37-3229451ae964" providerId="AD" clId="Web-{A8801005-4340-177B-BBCC-45AD56C4C8F9}" dt="2024-09-15T21:47:26.594" v="111" actId="20577"/>
          <ac:spMkLst>
            <pc:docMk/>
            <pc:sldMk cId="0" sldId="261"/>
            <ac:spMk id="97" creationId="{00000000-0000-0000-0000-000000000000}"/>
          </ac:spMkLst>
        </pc:spChg>
      </pc:sldChg>
      <pc:sldChg chg="addSp delSp modSp">
        <pc:chgData name="Ilahibaks, M.I. (Irvan)" userId="S::m.i.ilahibaks@students.uu.nl::9b1147a9-369f-4776-af37-3229451ae964" providerId="AD" clId="Web-{A8801005-4340-177B-BBCC-45AD56C4C8F9}" dt="2024-09-15T21:31:34.538" v="84" actId="14100"/>
        <pc:sldMkLst>
          <pc:docMk/>
          <pc:sldMk cId="2560380427" sldId="264"/>
        </pc:sldMkLst>
        <pc:spChg chg="mod">
          <ac:chgData name="Ilahibaks, M.I. (Irvan)" userId="S::m.i.ilahibaks@students.uu.nl::9b1147a9-369f-4776-af37-3229451ae964" providerId="AD" clId="Web-{A8801005-4340-177B-BBCC-45AD56C4C8F9}" dt="2024-09-15T21:29:49.499" v="67" actId="1076"/>
          <ac:spMkLst>
            <pc:docMk/>
            <pc:sldMk cId="2560380427" sldId="264"/>
            <ac:spMk id="3" creationId="{2DBEC028-4424-045E-923B-68004181EFF2}"/>
          </ac:spMkLst>
        </pc:spChg>
        <pc:spChg chg="mod">
          <ac:chgData name="Ilahibaks, M.I. (Irvan)" userId="S::m.i.ilahibaks@students.uu.nl::9b1147a9-369f-4776-af37-3229451ae964" providerId="AD" clId="Web-{A8801005-4340-177B-BBCC-45AD56C4C8F9}" dt="2024-09-15T21:28:29.009" v="57" actId="20577"/>
          <ac:spMkLst>
            <pc:docMk/>
            <pc:sldMk cId="2560380427" sldId="264"/>
            <ac:spMk id="4" creationId="{5FE82E1D-913F-6CA2-D2DA-EBA0CE924E2A}"/>
          </ac:spMkLst>
        </pc:spChg>
        <pc:picChg chg="add mod modCrop">
          <ac:chgData name="Ilahibaks, M.I. (Irvan)" userId="S::m.i.ilahibaks@students.uu.nl::9b1147a9-369f-4776-af37-3229451ae964" providerId="AD" clId="Web-{A8801005-4340-177B-BBCC-45AD56C4C8F9}" dt="2024-09-15T21:31:34.538" v="84" actId="14100"/>
          <ac:picMkLst>
            <pc:docMk/>
            <pc:sldMk cId="2560380427" sldId="264"/>
            <ac:picMk id="2" creationId="{7694ECE2-2DE5-723C-544B-0C656FB173D3}"/>
          </ac:picMkLst>
        </pc:picChg>
        <pc:picChg chg="add del mod">
          <ac:chgData name="Ilahibaks, M.I. (Irvan)" userId="S::m.i.ilahibaks@students.uu.nl::9b1147a9-369f-4776-af37-3229451ae964" providerId="AD" clId="Web-{A8801005-4340-177B-BBCC-45AD56C4C8F9}" dt="2024-09-15T21:31:09.145" v="77"/>
          <ac:picMkLst>
            <pc:docMk/>
            <pc:sldMk cId="2560380427" sldId="264"/>
            <ac:picMk id="8" creationId="{0DDAB015-900C-39F8-F982-30B3BC7B1ADF}"/>
          </ac:picMkLst>
        </pc:picChg>
      </pc:sldChg>
      <pc:sldChg chg="addSp delSp modSp new">
        <pc:chgData name="Ilahibaks, M.I. (Irvan)" userId="S::m.i.ilahibaks@students.uu.nl::9b1147a9-369f-4776-af37-3229451ae964" providerId="AD" clId="Web-{A8801005-4340-177B-BBCC-45AD56C4C8F9}" dt="2024-09-15T21:31:54.602" v="90" actId="1076"/>
        <pc:sldMkLst>
          <pc:docMk/>
          <pc:sldMk cId="2822270187" sldId="266"/>
        </pc:sldMkLst>
        <pc:spChg chg="mod">
          <ac:chgData name="Ilahibaks, M.I. (Irvan)" userId="S::m.i.ilahibaks@students.uu.nl::9b1147a9-369f-4776-af37-3229451ae964" providerId="AD" clId="Web-{A8801005-4340-177B-BBCC-45AD56C4C8F9}" dt="2024-09-15T21:31:14.583" v="81" actId="20577"/>
          <ac:spMkLst>
            <pc:docMk/>
            <pc:sldMk cId="2822270187" sldId="266"/>
            <ac:spMk id="2" creationId="{8AD470E9-B725-3139-EDBA-51037962BFAE}"/>
          </ac:spMkLst>
        </pc:spChg>
        <pc:spChg chg="del">
          <ac:chgData name="Ilahibaks, M.I. (Irvan)" userId="S::m.i.ilahibaks@students.uu.nl::9b1147a9-369f-4776-af37-3229451ae964" providerId="AD" clId="Web-{A8801005-4340-177B-BBCC-45AD56C4C8F9}" dt="2024-09-15T21:31:39.804" v="85"/>
          <ac:spMkLst>
            <pc:docMk/>
            <pc:sldMk cId="2822270187" sldId="266"/>
            <ac:spMk id="3" creationId="{5495CFF1-FC7D-094D-5044-A9C5F8605E1D}"/>
          </ac:spMkLst>
        </pc:spChg>
        <pc:picChg chg="add mod ord">
          <ac:chgData name="Ilahibaks, M.I. (Irvan)" userId="S::m.i.ilahibaks@students.uu.nl::9b1147a9-369f-4776-af37-3229451ae964" providerId="AD" clId="Web-{A8801005-4340-177B-BBCC-45AD56C4C8F9}" dt="2024-09-15T21:31:54.602" v="90" actId="1076"/>
          <ac:picMkLst>
            <pc:docMk/>
            <pc:sldMk cId="2822270187" sldId="266"/>
            <ac:picMk id="8" creationId="{BD91E622-75FD-26AF-3E2C-A8AB88C019E0}"/>
          </ac:picMkLst>
        </pc:picChg>
      </pc:sldChg>
      <pc:sldChg chg="addSp delSp modSp new">
        <pc:chgData name="Ilahibaks, M.I. (Irvan)" userId="S::m.i.ilahibaks@students.uu.nl::9b1147a9-369f-4776-af37-3229451ae964" providerId="AD" clId="Web-{A8801005-4340-177B-BBCC-45AD56C4C8F9}" dt="2024-09-15T21:33:02.950" v="106" actId="20577"/>
        <pc:sldMkLst>
          <pc:docMk/>
          <pc:sldMk cId="976751036" sldId="270"/>
        </pc:sldMkLst>
        <pc:spChg chg="mod">
          <ac:chgData name="Ilahibaks, M.I. (Irvan)" userId="S::m.i.ilahibaks@students.uu.nl::9b1147a9-369f-4776-af37-3229451ae964" providerId="AD" clId="Web-{A8801005-4340-177B-BBCC-45AD56C4C8F9}" dt="2024-09-15T21:33:02.950" v="106" actId="20577"/>
          <ac:spMkLst>
            <pc:docMk/>
            <pc:sldMk cId="976751036" sldId="270"/>
            <ac:spMk id="2" creationId="{56A3789C-656B-0CF3-0958-E2EE08F7D70A}"/>
          </ac:spMkLst>
        </pc:spChg>
        <pc:spChg chg="del">
          <ac:chgData name="Ilahibaks, M.I. (Irvan)" userId="S::m.i.ilahibaks@students.uu.nl::9b1147a9-369f-4776-af37-3229451ae964" providerId="AD" clId="Web-{A8801005-4340-177B-BBCC-45AD56C4C8F9}" dt="2024-09-15T21:32:20.697" v="92"/>
          <ac:spMkLst>
            <pc:docMk/>
            <pc:sldMk cId="976751036" sldId="270"/>
            <ac:spMk id="3" creationId="{0352390B-3A26-688D-216D-9E7CBB24DDB5}"/>
          </ac:spMkLst>
        </pc:spChg>
        <pc:picChg chg="add mod ord">
          <ac:chgData name="Ilahibaks, M.I. (Irvan)" userId="S::m.i.ilahibaks@students.uu.nl::9b1147a9-369f-4776-af37-3229451ae964" providerId="AD" clId="Web-{A8801005-4340-177B-BBCC-45AD56C4C8F9}" dt="2024-09-15T21:33:00.075" v="102" actId="1076"/>
          <ac:picMkLst>
            <pc:docMk/>
            <pc:sldMk cId="976751036" sldId="270"/>
            <ac:picMk id="8" creationId="{E88F2E68-279C-A948-98B1-D96CF6575A36}"/>
          </ac:picMkLst>
        </pc:picChg>
      </pc:sldChg>
    </pc:docChg>
  </pc:docChgLst>
  <pc:docChgLst>
    <pc:chgData name="Baris, T.Y.X. (Timon)" userId="S::t.y.x.baris@students.uu.nl::0cea81f1-7997-4d1d-8c25-fbb6fbecb2da" providerId="AD" clId="Web-{AB4CAE28-FDD1-7990-F1FB-3800E6112F2A}"/>
    <pc:docChg chg="modSld">
      <pc:chgData name="Baris, T.Y.X. (Timon)" userId="S::t.y.x.baris@students.uu.nl::0cea81f1-7997-4d1d-8c25-fbb6fbecb2da" providerId="AD" clId="Web-{AB4CAE28-FDD1-7990-F1FB-3800E6112F2A}" dt="2024-09-16T15:16:46.385" v="2" actId="14100"/>
      <pc:docMkLst>
        <pc:docMk/>
      </pc:docMkLst>
      <pc:sldChg chg="modSp">
        <pc:chgData name="Baris, T.Y.X. (Timon)" userId="S::t.y.x.baris@students.uu.nl::0cea81f1-7997-4d1d-8c25-fbb6fbecb2da" providerId="AD" clId="Web-{AB4CAE28-FDD1-7990-F1FB-3800E6112F2A}" dt="2024-09-16T15:16:46.385" v="2" actId="14100"/>
        <pc:sldMkLst>
          <pc:docMk/>
          <pc:sldMk cId="4258404511" sldId="269"/>
        </pc:sldMkLst>
        <pc:picChg chg="mod">
          <ac:chgData name="Baris, T.Y.X. (Timon)" userId="S::t.y.x.baris@students.uu.nl::0cea81f1-7997-4d1d-8c25-fbb6fbecb2da" providerId="AD" clId="Web-{AB4CAE28-FDD1-7990-F1FB-3800E6112F2A}" dt="2024-09-16T15:16:46.385" v="2" actId="14100"/>
          <ac:picMkLst>
            <pc:docMk/>
            <pc:sldMk cId="4258404511" sldId="269"/>
            <ac:picMk id="5130" creationId="{D136566F-BAC2-05BE-CB95-05943415D0E8}"/>
          </ac:picMkLst>
        </pc:picChg>
      </pc:sldChg>
    </pc:docChg>
  </pc:docChgLst>
  <pc:docChgLst>
    <pc:chgData name="Dongen, W.S. van (Waling)" userId="S::w.s.vandongen@students.uu.nl::76c45f92-951f-407f-8d28-7ad18ce5b955" providerId="AD" clId="Web-{024DDF1C-2E56-EF1D-A4CF-8F8121241EDA}"/>
    <pc:docChg chg="addSld delSld modSld sldOrd addMainMaster delMainMaster">
      <pc:chgData name="Dongen, W.S. van (Waling)" userId="S::w.s.vandongen@students.uu.nl::76c45f92-951f-407f-8d28-7ad18ce5b955" providerId="AD" clId="Web-{024DDF1C-2E56-EF1D-A4CF-8F8121241EDA}" dt="2024-09-15T21:44:04.506" v="441" actId="20577"/>
      <pc:docMkLst>
        <pc:docMk/>
      </pc:docMkLst>
      <pc:sldChg chg="modSp mod modClrScheme chgLayout">
        <pc:chgData name="Dongen, W.S. van (Waling)" userId="S::w.s.vandongen@students.uu.nl::76c45f92-951f-407f-8d28-7ad18ce5b955" providerId="AD" clId="Web-{024DDF1C-2E56-EF1D-A4CF-8F8121241EDA}" dt="2024-09-15T21:44:04.506" v="441" actId="20577"/>
        <pc:sldMkLst>
          <pc:docMk/>
          <pc:sldMk cId="0" sldId="256"/>
        </pc:sldMkLst>
        <pc:spChg chg="mod ord">
          <ac:chgData name="Dongen, W.S. van (Waling)" userId="S::w.s.vandongen@students.uu.nl::76c45f92-951f-407f-8d28-7ad18ce5b955" providerId="AD" clId="Web-{024DDF1C-2E56-EF1D-A4CF-8F8121241EDA}" dt="2024-09-15T21:44:04.506" v="441" actId="20577"/>
          <ac:spMkLst>
            <pc:docMk/>
            <pc:sldMk cId="0" sldId="256"/>
            <ac:spMk id="64" creationId="{00000000-0000-0000-0000-000000000000}"/>
          </ac:spMkLst>
        </pc:spChg>
        <pc:spChg chg="mod ord">
          <ac:chgData name="Dongen, W.S. van (Waling)" userId="S::w.s.vandongen@students.uu.nl::76c45f92-951f-407f-8d28-7ad18ce5b955" providerId="AD" clId="Web-{024DDF1C-2E56-EF1D-A4CF-8F8121241EDA}" dt="2024-09-15T21:19:03.823" v="170" actId="20577"/>
          <ac:spMkLst>
            <pc:docMk/>
            <pc:sldMk cId="0" sldId="256"/>
            <ac:spMk id="65" creationId="{00000000-0000-0000-0000-000000000000}"/>
          </ac:spMkLst>
        </pc:spChg>
      </pc:sldChg>
      <pc:sldChg chg="del">
        <pc:chgData name="Dongen, W.S. van (Waling)" userId="S::w.s.vandongen@students.uu.nl::76c45f92-951f-407f-8d28-7ad18ce5b955" providerId="AD" clId="Web-{024DDF1C-2E56-EF1D-A4CF-8F8121241EDA}" dt="2024-09-15T19:22:40.754" v="4"/>
        <pc:sldMkLst>
          <pc:docMk/>
          <pc:sldMk cId="0" sldId="257"/>
        </pc:sldMkLst>
      </pc:sldChg>
      <pc:sldChg chg="addSp delSp modSp mod ord modClrScheme delDesignElem chgLayout">
        <pc:chgData name="Dongen, W.S. van (Waling)" userId="S::w.s.vandongen@students.uu.nl::76c45f92-951f-407f-8d28-7ad18ce5b955" providerId="AD" clId="Web-{024DDF1C-2E56-EF1D-A4CF-8F8121241EDA}" dt="2024-09-15T21:25:15.243" v="181" actId="20577"/>
        <pc:sldMkLst>
          <pc:docMk/>
          <pc:sldMk cId="0" sldId="258"/>
        </pc:sldMkLst>
        <pc:spChg chg="add mod">
          <ac:chgData name="Dongen, W.S. van (Waling)" userId="S::w.s.vandongen@students.uu.nl::76c45f92-951f-407f-8d28-7ad18ce5b955" providerId="AD" clId="Web-{024DDF1C-2E56-EF1D-A4CF-8F8121241EDA}" dt="2024-09-15T21:25:15.243" v="181" actId="20577"/>
          <ac:spMkLst>
            <pc:docMk/>
            <pc:sldMk cId="0" sldId="258"/>
            <ac:spMk id="3" creationId="{53D595C1-064D-651F-060F-C02B11D45271}"/>
          </ac:spMkLst>
        </pc:spChg>
        <pc:spChg chg="add del mod">
          <ac:chgData name="Dongen, W.S. van (Waling)" userId="S::w.s.vandongen@students.uu.nl::76c45f92-951f-407f-8d28-7ad18ce5b955" providerId="AD" clId="Web-{024DDF1C-2E56-EF1D-A4CF-8F8121241EDA}" dt="2024-09-15T19:29:02.628" v="67"/>
          <ac:spMkLst>
            <pc:docMk/>
            <pc:sldMk cId="0" sldId="258"/>
            <ac:spMk id="5" creationId="{6FF4606E-6395-5B03-8D40-2290BF81D393}"/>
          </ac:spMkLst>
        </pc:spChg>
        <pc:spChg chg="mod ord">
          <ac:chgData name="Dongen, W.S. van (Waling)" userId="S::w.s.vandongen@students.uu.nl::76c45f92-951f-407f-8d28-7ad18ce5b955" providerId="AD" clId="Web-{024DDF1C-2E56-EF1D-A4CF-8F8121241EDA}" dt="2024-09-15T21:11:53.566" v="138"/>
          <ac:spMkLst>
            <pc:docMk/>
            <pc:sldMk cId="0" sldId="258"/>
            <ac:spMk id="77" creationId="{00000000-0000-0000-0000-000000000000}"/>
          </ac:spMkLst>
        </pc:spChg>
        <pc:spChg chg="del mod">
          <ac:chgData name="Dongen, W.S. van (Waling)" userId="S::w.s.vandongen@students.uu.nl::76c45f92-951f-407f-8d28-7ad18ce5b955" providerId="AD" clId="Web-{024DDF1C-2E56-EF1D-A4CF-8F8121241EDA}" dt="2024-09-15T19:28:57.909" v="66"/>
          <ac:spMkLst>
            <pc:docMk/>
            <pc:sldMk cId="0" sldId="258"/>
            <ac:spMk id="78" creationId="{00000000-0000-0000-0000-000000000000}"/>
          </ac:spMkLst>
        </pc:spChg>
        <pc:spChg chg="del">
          <ac:chgData name="Dongen, W.S. van (Waling)" userId="S::w.s.vandongen@students.uu.nl::76c45f92-951f-407f-8d28-7ad18ce5b955" providerId="AD" clId="Web-{024DDF1C-2E56-EF1D-A4CF-8F8121241EDA}" dt="2024-09-15T21:11:48.097" v="134"/>
          <ac:spMkLst>
            <pc:docMk/>
            <pc:sldMk cId="0" sldId="258"/>
            <ac:spMk id="88" creationId="{743AA782-23D1-4521-8CAD-47662984AA08}"/>
          </ac:spMkLst>
        </pc:spChg>
        <pc:spChg chg="del">
          <ac:chgData name="Dongen, W.S. van (Waling)" userId="S::w.s.vandongen@students.uu.nl::76c45f92-951f-407f-8d28-7ad18ce5b955" providerId="AD" clId="Web-{024DDF1C-2E56-EF1D-A4CF-8F8121241EDA}" dt="2024-09-15T21:11:48.097" v="134"/>
          <ac:spMkLst>
            <pc:docMk/>
            <pc:sldMk cId="0" sldId="258"/>
            <ac:spMk id="90" creationId="{650D18FE-0824-4A46-B22C-A86B52E5780A}"/>
          </ac:spMkLst>
        </pc:spChg>
        <pc:picChg chg="mod">
          <ac:chgData name="Dongen, W.S. van (Waling)" userId="S::w.s.vandongen@students.uu.nl::76c45f92-951f-407f-8d28-7ad18ce5b955" providerId="AD" clId="Web-{024DDF1C-2E56-EF1D-A4CF-8F8121241EDA}" dt="2024-09-15T21:19:17.729" v="176" actId="1076"/>
          <ac:picMkLst>
            <pc:docMk/>
            <pc:sldMk cId="0" sldId="258"/>
            <ac:picMk id="1026" creationId="{BE2D3B1B-7EA3-41EE-98CD-D49FA7A50622}"/>
          </ac:picMkLst>
        </pc:picChg>
      </pc:sldChg>
      <pc:sldChg chg="delSp modSp mod modClrScheme delDesignElem chgLayout">
        <pc:chgData name="Dongen, W.S. van (Waling)" userId="S::w.s.vandongen@students.uu.nl::76c45f92-951f-407f-8d28-7ad18ce5b955" providerId="AD" clId="Web-{024DDF1C-2E56-EF1D-A4CF-8F8121241EDA}" dt="2024-09-15T21:11:53.566" v="138"/>
        <pc:sldMkLst>
          <pc:docMk/>
          <pc:sldMk cId="0" sldId="259"/>
        </pc:sldMkLst>
        <pc:spChg chg="mod ord">
          <ac:chgData name="Dongen, W.S. van (Waling)" userId="S::w.s.vandongen@students.uu.nl::76c45f92-951f-407f-8d28-7ad18ce5b955" providerId="AD" clId="Web-{024DDF1C-2E56-EF1D-A4CF-8F8121241EDA}" dt="2024-09-15T21:11:53.566" v="138"/>
          <ac:spMkLst>
            <pc:docMk/>
            <pc:sldMk cId="0" sldId="259"/>
            <ac:spMk id="83" creationId="{00000000-0000-0000-0000-000000000000}"/>
          </ac:spMkLst>
        </pc:spChg>
        <pc:spChg chg="mod ord">
          <ac:chgData name="Dongen, W.S. van (Waling)" userId="S::w.s.vandongen@students.uu.nl::76c45f92-951f-407f-8d28-7ad18ce5b955" providerId="AD" clId="Web-{024DDF1C-2E56-EF1D-A4CF-8F8121241EDA}" dt="2024-09-15T21:11:53.566" v="138"/>
          <ac:spMkLst>
            <pc:docMk/>
            <pc:sldMk cId="0" sldId="259"/>
            <ac:spMk id="84" creationId="{00000000-0000-0000-0000-000000000000}"/>
          </ac:spMkLst>
        </pc:spChg>
        <pc:spChg chg="del">
          <ac:chgData name="Dongen, W.S. van (Waling)" userId="S::w.s.vandongen@students.uu.nl::76c45f92-951f-407f-8d28-7ad18ce5b955" providerId="AD" clId="Web-{024DDF1C-2E56-EF1D-A4CF-8F8121241EDA}" dt="2024-09-15T21:11:48.097" v="134"/>
          <ac:spMkLst>
            <pc:docMk/>
            <pc:sldMk cId="0" sldId="259"/>
            <ac:spMk id="87" creationId="{943CAA20-3569-4189-9E48-239A229A86CA}"/>
          </ac:spMkLst>
        </pc:spChg>
        <pc:spChg chg="del">
          <ac:chgData name="Dongen, W.S. van (Waling)" userId="S::w.s.vandongen@students.uu.nl::76c45f92-951f-407f-8d28-7ad18ce5b955" providerId="AD" clId="Web-{024DDF1C-2E56-EF1D-A4CF-8F8121241EDA}" dt="2024-09-15T21:11:48.097" v="134"/>
          <ac:spMkLst>
            <pc:docMk/>
            <pc:sldMk cId="0" sldId="259"/>
            <ac:spMk id="88" creationId="{DA542B6D-E775-4832-91DC-2D20F857813A}"/>
          </ac:spMkLst>
        </pc:spChg>
      </pc:sldChg>
      <pc:sldChg chg="modSp mod modClrScheme chgLayout">
        <pc:chgData name="Dongen, W.S. van (Waling)" userId="S::w.s.vandongen@students.uu.nl::76c45f92-951f-407f-8d28-7ad18ce5b955" providerId="AD" clId="Web-{024DDF1C-2E56-EF1D-A4CF-8F8121241EDA}" dt="2024-09-15T21:17:09.256" v="156" actId="1076"/>
        <pc:sldMkLst>
          <pc:docMk/>
          <pc:sldMk cId="0" sldId="260"/>
        </pc:sldMkLst>
        <pc:spChg chg="mod ord">
          <ac:chgData name="Dongen, W.S. van (Waling)" userId="S::w.s.vandongen@students.uu.nl::76c45f92-951f-407f-8d28-7ad18ce5b955" providerId="AD" clId="Web-{024DDF1C-2E56-EF1D-A4CF-8F8121241EDA}" dt="2024-09-15T21:17:06.615" v="154"/>
          <ac:spMkLst>
            <pc:docMk/>
            <pc:sldMk cId="0" sldId="260"/>
            <ac:spMk id="89" creationId="{00000000-0000-0000-0000-000000000000}"/>
          </ac:spMkLst>
        </pc:spChg>
        <pc:spChg chg="mod ord">
          <ac:chgData name="Dongen, W.S. van (Waling)" userId="S::w.s.vandongen@students.uu.nl::76c45f92-951f-407f-8d28-7ad18ce5b955" providerId="AD" clId="Web-{024DDF1C-2E56-EF1D-A4CF-8F8121241EDA}" dt="2024-09-15T21:17:06.615" v="152"/>
          <ac:spMkLst>
            <pc:docMk/>
            <pc:sldMk cId="0" sldId="260"/>
            <ac:spMk id="90" creationId="{00000000-0000-0000-0000-000000000000}"/>
          </ac:spMkLst>
        </pc:spChg>
        <pc:spChg chg="mod">
          <ac:chgData name="Dongen, W.S. van (Waling)" userId="S::w.s.vandongen@students.uu.nl::76c45f92-951f-407f-8d28-7ad18ce5b955" providerId="AD" clId="Web-{024DDF1C-2E56-EF1D-A4CF-8F8121241EDA}" dt="2024-09-15T21:17:06.646" v="155"/>
          <ac:spMkLst>
            <pc:docMk/>
            <pc:sldMk cId="0" sldId="260"/>
            <ac:spMk id="91" creationId="{00000000-0000-0000-0000-000000000000}"/>
          </ac:spMkLst>
        </pc:spChg>
        <pc:spChg chg="mod">
          <ac:chgData name="Dongen, W.S. van (Waling)" userId="S::w.s.vandongen@students.uu.nl::76c45f92-951f-407f-8d28-7ad18ce5b955" providerId="AD" clId="Web-{024DDF1C-2E56-EF1D-A4CF-8F8121241EDA}" dt="2024-09-15T21:17:09.256" v="156" actId="1076"/>
          <ac:spMkLst>
            <pc:docMk/>
            <pc:sldMk cId="0" sldId="260"/>
            <ac:spMk id="92" creationId="{00000000-0000-0000-0000-000000000000}"/>
          </ac:spMkLst>
        </pc:spChg>
      </pc:sldChg>
      <pc:sldChg chg="addSp modSp mod modClrScheme chgLayout">
        <pc:chgData name="Dongen, W.S. van (Waling)" userId="S::w.s.vandongen@students.uu.nl::76c45f92-951f-407f-8d28-7ad18ce5b955" providerId="AD" clId="Web-{024DDF1C-2E56-EF1D-A4CF-8F8121241EDA}" dt="2024-09-15T21:43:45.646" v="437" actId="20577"/>
        <pc:sldMkLst>
          <pc:docMk/>
          <pc:sldMk cId="0" sldId="261"/>
        </pc:sldMkLst>
        <pc:spChg chg="mod ord">
          <ac:chgData name="Dongen, W.S. van (Waling)" userId="S::w.s.vandongen@students.uu.nl::76c45f92-951f-407f-8d28-7ad18ce5b955" providerId="AD" clId="Web-{024DDF1C-2E56-EF1D-A4CF-8F8121241EDA}" dt="2024-09-15T21:43:45.646" v="437" actId="20577"/>
          <ac:spMkLst>
            <pc:docMk/>
            <pc:sldMk cId="0" sldId="261"/>
            <ac:spMk id="97" creationId="{00000000-0000-0000-0000-000000000000}"/>
          </ac:spMkLst>
        </pc:spChg>
        <pc:spChg chg="mod ord">
          <ac:chgData name="Dongen, W.S. van (Waling)" userId="S::w.s.vandongen@students.uu.nl::76c45f92-951f-407f-8d28-7ad18ce5b955" providerId="AD" clId="Web-{024DDF1C-2E56-EF1D-A4CF-8F8121241EDA}" dt="2024-09-15T21:28:51.267" v="208" actId="1076"/>
          <ac:spMkLst>
            <pc:docMk/>
            <pc:sldMk cId="0" sldId="261"/>
            <ac:spMk id="98" creationId="{00000000-0000-0000-0000-000000000000}"/>
          </ac:spMkLst>
        </pc:spChg>
        <pc:spChg chg="mod">
          <ac:chgData name="Dongen, W.S. van (Waling)" userId="S::w.s.vandongen@students.uu.nl::76c45f92-951f-407f-8d28-7ad18ce5b955" providerId="AD" clId="Web-{024DDF1C-2E56-EF1D-A4CF-8F8121241EDA}" dt="2024-09-15T21:29:14.455" v="216" actId="1076"/>
          <ac:spMkLst>
            <pc:docMk/>
            <pc:sldMk cId="0" sldId="261"/>
            <ac:spMk id="99" creationId="{00000000-0000-0000-0000-000000000000}"/>
          </ac:spMkLst>
        </pc:spChg>
        <pc:spChg chg="mod">
          <ac:chgData name="Dongen, W.S. van (Waling)" userId="S::w.s.vandongen@students.uu.nl::76c45f92-951f-407f-8d28-7ad18ce5b955" providerId="AD" clId="Web-{024DDF1C-2E56-EF1D-A4CF-8F8121241EDA}" dt="2024-09-15T21:30:14.801" v="237" actId="1076"/>
          <ac:spMkLst>
            <pc:docMk/>
            <pc:sldMk cId="0" sldId="261"/>
            <ac:spMk id="100" creationId="{00000000-0000-0000-0000-000000000000}"/>
          </ac:spMkLst>
        </pc:spChg>
        <pc:picChg chg="add mod">
          <ac:chgData name="Dongen, W.S. van (Waling)" userId="S::w.s.vandongen@students.uu.nl::76c45f92-951f-407f-8d28-7ad18ce5b955" providerId="AD" clId="Web-{024DDF1C-2E56-EF1D-A4CF-8F8121241EDA}" dt="2024-09-15T21:29:26.924" v="224" actId="1076"/>
          <ac:picMkLst>
            <pc:docMk/>
            <pc:sldMk cId="0" sldId="261"/>
            <ac:picMk id="2" creationId="{50728DDB-8D24-502C-0D36-0905825C5822}"/>
          </ac:picMkLst>
        </pc:picChg>
        <pc:picChg chg="add mod">
          <ac:chgData name="Dongen, W.S. van (Waling)" userId="S::w.s.vandongen@students.uu.nl::76c45f92-951f-407f-8d28-7ad18ce5b955" providerId="AD" clId="Web-{024DDF1C-2E56-EF1D-A4CF-8F8121241EDA}" dt="2024-09-15T21:29:25.487" v="223" actId="1076"/>
          <ac:picMkLst>
            <pc:docMk/>
            <pc:sldMk cId="0" sldId="261"/>
            <ac:picMk id="3" creationId="{894C088E-FC5A-45B3-5F40-43EADECA19F0}"/>
          </ac:picMkLst>
        </pc:picChg>
        <pc:picChg chg="add mod">
          <ac:chgData name="Dongen, W.S. van (Waling)" userId="S::w.s.vandongen@students.uu.nl::76c45f92-951f-407f-8d28-7ad18ce5b955" providerId="AD" clId="Web-{024DDF1C-2E56-EF1D-A4CF-8F8121241EDA}" dt="2024-09-15T21:30:44.521" v="249" actId="14100"/>
          <ac:picMkLst>
            <pc:docMk/>
            <pc:sldMk cId="0" sldId="261"/>
            <ac:picMk id="4" creationId="{E839954C-7A05-CE7E-D856-28285CE737BE}"/>
          </ac:picMkLst>
        </pc:picChg>
        <pc:picChg chg="add mod">
          <ac:chgData name="Dongen, W.S. van (Waling)" userId="S::w.s.vandongen@students.uu.nl::76c45f92-951f-407f-8d28-7ad18ce5b955" providerId="AD" clId="Web-{024DDF1C-2E56-EF1D-A4CF-8F8121241EDA}" dt="2024-09-15T21:30:18.926" v="242" actId="1076"/>
          <ac:picMkLst>
            <pc:docMk/>
            <pc:sldMk cId="0" sldId="261"/>
            <ac:picMk id="5" creationId="{F312367B-166C-DA8F-2D0E-48A6DEDD2F93}"/>
          </ac:picMkLst>
        </pc:picChg>
      </pc:sldChg>
      <pc:sldChg chg="addSp modSp del mod modClrScheme chgLayout">
        <pc:chgData name="Dongen, W.S. van (Waling)" userId="S::w.s.vandongen@students.uu.nl::76c45f92-951f-407f-8d28-7ad18ce5b955" providerId="AD" clId="Web-{024DDF1C-2E56-EF1D-A4CF-8F8121241EDA}" dt="2024-09-15T21:31:28.288" v="252"/>
        <pc:sldMkLst>
          <pc:docMk/>
          <pc:sldMk cId="0" sldId="262"/>
        </pc:sldMkLst>
        <pc:spChg chg="mod ord">
          <ac:chgData name="Dongen, W.S. van (Waling)" userId="S::w.s.vandongen@students.uu.nl::76c45f92-951f-407f-8d28-7ad18ce5b955" providerId="AD" clId="Web-{024DDF1C-2E56-EF1D-A4CF-8F8121241EDA}" dt="2024-09-15T21:11:53.566" v="138"/>
          <ac:spMkLst>
            <pc:docMk/>
            <pc:sldMk cId="0" sldId="262"/>
            <ac:spMk id="105" creationId="{00000000-0000-0000-0000-000000000000}"/>
          </ac:spMkLst>
        </pc:spChg>
        <pc:spChg chg="mod ord">
          <ac:chgData name="Dongen, W.S. van (Waling)" userId="S::w.s.vandongen@students.uu.nl::76c45f92-951f-407f-8d28-7ad18ce5b955" providerId="AD" clId="Web-{024DDF1C-2E56-EF1D-A4CF-8F8121241EDA}" dt="2024-09-15T21:11:53.566" v="138"/>
          <ac:spMkLst>
            <pc:docMk/>
            <pc:sldMk cId="0" sldId="262"/>
            <ac:spMk id="106" creationId="{00000000-0000-0000-0000-000000000000}"/>
          </ac:spMkLst>
        </pc:spChg>
        <pc:picChg chg="add mod">
          <ac:chgData name="Dongen, W.S. van (Waling)" userId="S::w.s.vandongen@students.uu.nl::76c45f92-951f-407f-8d28-7ad18ce5b955" providerId="AD" clId="Web-{024DDF1C-2E56-EF1D-A4CF-8F8121241EDA}" dt="2024-09-15T18:18:26.305" v="3" actId="1076"/>
          <ac:picMkLst>
            <pc:docMk/>
            <pc:sldMk cId="0" sldId="262"/>
            <ac:picMk id="2" creationId="{259C87F5-9E0A-9766-299B-49C2C5C65649}"/>
          </ac:picMkLst>
        </pc:picChg>
      </pc:sldChg>
      <pc:sldChg chg="addSp delSp modSp new mod modClrScheme chgLayout">
        <pc:chgData name="Dongen, W.S. van (Waling)" userId="S::w.s.vandongen@students.uu.nl::76c45f92-951f-407f-8d28-7ad18ce5b955" providerId="AD" clId="Web-{024DDF1C-2E56-EF1D-A4CF-8F8121241EDA}" dt="2024-09-15T21:35:47.737" v="326" actId="20577"/>
        <pc:sldMkLst>
          <pc:docMk/>
          <pc:sldMk cId="1629255795" sldId="263"/>
        </pc:sldMkLst>
        <pc:spChg chg="mod ord">
          <ac:chgData name="Dongen, W.S. van (Waling)" userId="S::w.s.vandongen@students.uu.nl::76c45f92-951f-407f-8d28-7ad18ce5b955" providerId="AD" clId="Web-{024DDF1C-2E56-EF1D-A4CF-8F8121241EDA}" dt="2024-09-15T21:32:44.637" v="275"/>
          <ac:spMkLst>
            <pc:docMk/>
            <pc:sldMk cId="1629255795" sldId="263"/>
            <ac:spMk id="2" creationId="{8276316B-E182-78AD-0BA3-0EE683D0190C}"/>
          </ac:spMkLst>
        </pc:spChg>
        <pc:spChg chg="add del mod ord">
          <ac:chgData name="Dongen, W.S. van (Waling)" userId="S::w.s.vandongen@students.uu.nl::76c45f92-951f-407f-8d28-7ad18ce5b955" providerId="AD" clId="Web-{024DDF1C-2E56-EF1D-A4CF-8F8121241EDA}" dt="2024-09-15T21:31:47.539" v="257"/>
          <ac:spMkLst>
            <pc:docMk/>
            <pc:sldMk cId="1629255795" sldId="263"/>
            <ac:spMk id="3" creationId="{174965F0-596E-44F3-DF49-A00BDB98D55B}"/>
          </ac:spMkLst>
        </pc:spChg>
        <pc:spChg chg="add mod">
          <ac:chgData name="Dongen, W.S. van (Waling)" userId="S::w.s.vandongen@students.uu.nl::76c45f92-951f-407f-8d28-7ad18ce5b955" providerId="AD" clId="Web-{024DDF1C-2E56-EF1D-A4CF-8F8121241EDA}" dt="2024-09-15T21:35:47.737" v="326" actId="20577"/>
          <ac:spMkLst>
            <pc:docMk/>
            <pc:sldMk cId="1629255795" sldId="263"/>
            <ac:spMk id="5" creationId="{577960EE-8E45-39DB-10E4-4A0828E4E69C}"/>
          </ac:spMkLst>
        </pc:spChg>
        <pc:spChg chg="add del mod">
          <ac:chgData name="Dongen, W.S. van (Waling)" userId="S::w.s.vandongen@students.uu.nl::76c45f92-951f-407f-8d28-7ad18ce5b955" providerId="AD" clId="Web-{024DDF1C-2E56-EF1D-A4CF-8F8121241EDA}" dt="2024-09-15T21:31:47.523" v="256"/>
          <ac:spMkLst>
            <pc:docMk/>
            <pc:sldMk cId="1629255795" sldId="263"/>
            <ac:spMk id="9" creationId="{D55BE3E7-D34B-802E-ECCF-A099B3860B62}"/>
          </ac:spMkLst>
        </pc:spChg>
        <pc:spChg chg="add del mod">
          <ac:chgData name="Dongen, W.S. van (Waling)" userId="S::w.s.vandongen@students.uu.nl::76c45f92-951f-407f-8d28-7ad18ce5b955" providerId="AD" clId="Web-{024DDF1C-2E56-EF1D-A4CF-8F8121241EDA}" dt="2024-09-15T21:31:47.523" v="256"/>
          <ac:spMkLst>
            <pc:docMk/>
            <pc:sldMk cId="1629255795" sldId="263"/>
            <ac:spMk id="11" creationId="{6BBC4787-CFB4-902A-6AB1-E9095ACA0456}"/>
          </ac:spMkLst>
        </pc:spChg>
        <pc:spChg chg="add del mod">
          <ac:chgData name="Dongen, W.S. van (Waling)" userId="S::w.s.vandongen@students.uu.nl::76c45f92-951f-407f-8d28-7ad18ce5b955" providerId="AD" clId="Web-{024DDF1C-2E56-EF1D-A4CF-8F8121241EDA}" dt="2024-09-15T21:31:47.523" v="256"/>
          <ac:spMkLst>
            <pc:docMk/>
            <pc:sldMk cId="1629255795" sldId="263"/>
            <ac:spMk id="13" creationId="{47FDCBA3-E233-4D1C-B381-9C0BB04832FD}"/>
          </ac:spMkLst>
        </pc:spChg>
        <pc:spChg chg="add mod">
          <ac:chgData name="Dongen, W.S. van (Waling)" userId="S::w.s.vandongen@students.uu.nl::76c45f92-951f-407f-8d28-7ad18ce5b955" providerId="AD" clId="Web-{024DDF1C-2E56-EF1D-A4CF-8F8121241EDA}" dt="2024-09-15T21:32:44.637" v="275"/>
          <ac:spMkLst>
            <pc:docMk/>
            <pc:sldMk cId="1629255795" sldId="263"/>
            <ac:spMk id="15" creationId="{CE439CE2-4EC1-1B73-067F-AF30D753C08C}"/>
          </ac:spMkLst>
        </pc:spChg>
        <pc:spChg chg="add del mod">
          <ac:chgData name="Dongen, W.S. van (Waling)" userId="S::w.s.vandongen@students.uu.nl::76c45f92-951f-407f-8d28-7ad18ce5b955" providerId="AD" clId="Web-{024DDF1C-2E56-EF1D-A4CF-8F8121241EDA}" dt="2024-09-15T21:32:25.214" v="269"/>
          <ac:spMkLst>
            <pc:docMk/>
            <pc:sldMk cId="1629255795" sldId="263"/>
            <ac:spMk id="16" creationId="{2D7522E1-04E9-BE09-86CC-AA2DDA88ADC5}"/>
          </ac:spMkLst>
        </pc:spChg>
        <pc:spChg chg="add del mod">
          <ac:chgData name="Dongen, W.S. van (Waling)" userId="S::w.s.vandongen@students.uu.nl::76c45f92-951f-407f-8d28-7ad18ce5b955" providerId="AD" clId="Web-{024DDF1C-2E56-EF1D-A4CF-8F8121241EDA}" dt="2024-09-15T21:32:25.214" v="269"/>
          <ac:spMkLst>
            <pc:docMk/>
            <pc:sldMk cId="1629255795" sldId="263"/>
            <ac:spMk id="17" creationId="{18036745-9693-6E69-16D2-E9EE5CB03798}"/>
          </ac:spMkLst>
        </pc:spChg>
        <pc:spChg chg="add del mod">
          <ac:chgData name="Dongen, W.S. van (Waling)" userId="S::w.s.vandongen@students.uu.nl::76c45f92-951f-407f-8d28-7ad18ce5b955" providerId="AD" clId="Web-{024DDF1C-2E56-EF1D-A4CF-8F8121241EDA}" dt="2024-09-15T21:32:25.214" v="269"/>
          <ac:spMkLst>
            <pc:docMk/>
            <pc:sldMk cId="1629255795" sldId="263"/>
            <ac:spMk id="18" creationId="{FA283BCE-CC10-B7A7-9510-98DA6B8C753E}"/>
          </ac:spMkLst>
        </pc:spChg>
        <pc:spChg chg="add mod">
          <ac:chgData name="Dongen, W.S. van (Waling)" userId="S::w.s.vandongen@students.uu.nl::76c45f92-951f-407f-8d28-7ad18ce5b955" providerId="AD" clId="Web-{024DDF1C-2E56-EF1D-A4CF-8F8121241EDA}" dt="2024-09-15T21:32:44.637" v="275"/>
          <ac:spMkLst>
            <pc:docMk/>
            <pc:sldMk cId="1629255795" sldId="263"/>
            <ac:spMk id="19" creationId="{276F61BA-F18C-BDEE-0510-45B4530D5C30}"/>
          </ac:spMkLst>
        </pc:spChg>
        <pc:spChg chg="add del mod">
          <ac:chgData name="Dongen, W.S. van (Waling)" userId="S::w.s.vandongen@students.uu.nl::76c45f92-951f-407f-8d28-7ad18ce5b955" providerId="AD" clId="Web-{024DDF1C-2E56-EF1D-A4CF-8F8121241EDA}" dt="2024-09-15T21:31:55.695" v="258"/>
          <ac:spMkLst>
            <pc:docMk/>
            <pc:sldMk cId="1629255795" sldId="263"/>
            <ac:spMk id="20" creationId="{83DFFAC5-1EA7-E445-BDD0-F9DC47D27C48}"/>
          </ac:spMkLst>
        </pc:spChg>
        <pc:spChg chg="add del mod">
          <ac:chgData name="Dongen, W.S. van (Waling)" userId="S::w.s.vandongen@students.uu.nl::76c45f92-951f-407f-8d28-7ad18ce5b955" providerId="AD" clId="Web-{024DDF1C-2E56-EF1D-A4CF-8F8121241EDA}" dt="2024-09-15T21:32:25.198" v="268"/>
          <ac:spMkLst>
            <pc:docMk/>
            <pc:sldMk cId="1629255795" sldId="263"/>
            <ac:spMk id="24" creationId="{F40C092E-3895-816B-F33B-2E3B870F40F6}"/>
          </ac:spMkLst>
        </pc:spChg>
        <pc:spChg chg="add del mod">
          <ac:chgData name="Dongen, W.S. van (Waling)" userId="S::w.s.vandongen@students.uu.nl::76c45f92-951f-407f-8d28-7ad18ce5b955" providerId="AD" clId="Web-{024DDF1C-2E56-EF1D-A4CF-8F8121241EDA}" dt="2024-09-15T21:32:25.198" v="268"/>
          <ac:spMkLst>
            <pc:docMk/>
            <pc:sldMk cId="1629255795" sldId="263"/>
            <ac:spMk id="26" creationId="{8532F799-BA14-21A5-B758-07794740AAEF}"/>
          </ac:spMkLst>
        </pc:spChg>
        <pc:spChg chg="add del mod">
          <ac:chgData name="Dongen, W.S. van (Waling)" userId="S::w.s.vandongen@students.uu.nl::76c45f92-951f-407f-8d28-7ad18ce5b955" providerId="AD" clId="Web-{024DDF1C-2E56-EF1D-A4CF-8F8121241EDA}" dt="2024-09-15T21:32:44.637" v="275"/>
          <ac:spMkLst>
            <pc:docMk/>
            <pc:sldMk cId="1629255795" sldId="263"/>
            <ac:spMk id="28" creationId="{25914197-D2BF-338B-1E17-38EFA095F310}"/>
          </ac:spMkLst>
        </pc:spChg>
        <pc:spChg chg="add del mod">
          <ac:chgData name="Dongen, W.S. van (Waling)" userId="S::w.s.vandongen@students.uu.nl::76c45f92-951f-407f-8d28-7ad18ce5b955" providerId="AD" clId="Web-{024DDF1C-2E56-EF1D-A4CF-8F8121241EDA}" dt="2024-09-15T21:32:44.637" v="275"/>
          <ac:spMkLst>
            <pc:docMk/>
            <pc:sldMk cId="1629255795" sldId="263"/>
            <ac:spMk id="33" creationId="{6E5E7B2E-2810-5414-F560-AD58C06E87FE}"/>
          </ac:spMkLst>
        </pc:spChg>
        <pc:spChg chg="add del mod">
          <ac:chgData name="Dongen, W.S. van (Waling)" userId="S::w.s.vandongen@students.uu.nl::76c45f92-951f-407f-8d28-7ad18ce5b955" providerId="AD" clId="Web-{024DDF1C-2E56-EF1D-A4CF-8F8121241EDA}" dt="2024-09-15T21:32:44.637" v="275"/>
          <ac:spMkLst>
            <pc:docMk/>
            <pc:sldMk cId="1629255795" sldId="263"/>
            <ac:spMk id="35" creationId="{69EED5E8-EF7D-C821-3464-0BCC8A98ED2E}"/>
          </ac:spMkLst>
        </pc:spChg>
        <pc:picChg chg="add mod">
          <ac:chgData name="Dongen, W.S. van (Waling)" userId="S::w.s.vandongen@students.uu.nl::76c45f92-951f-407f-8d28-7ad18ce5b955" providerId="AD" clId="Web-{024DDF1C-2E56-EF1D-A4CF-8F8121241EDA}" dt="2024-09-15T21:32:50.481" v="278" actId="1076"/>
          <ac:picMkLst>
            <pc:docMk/>
            <pc:sldMk cId="1629255795" sldId="263"/>
            <ac:picMk id="4" creationId="{05CC6B54-4641-032A-77D7-7E12E0D82E56}"/>
          </ac:picMkLst>
        </pc:picChg>
      </pc:sldChg>
      <pc:sldChg chg="new del">
        <pc:chgData name="Dongen, W.S. van (Waling)" userId="S::w.s.vandongen@students.uu.nl::76c45f92-951f-407f-8d28-7ad18ce5b955" providerId="AD" clId="Web-{024DDF1C-2E56-EF1D-A4CF-8F8121241EDA}" dt="2024-09-15T21:07:57.354" v="133"/>
        <pc:sldMkLst>
          <pc:docMk/>
          <pc:sldMk cId="1843870237" sldId="264"/>
        </pc:sldMkLst>
      </pc:sldChg>
      <pc:sldChg chg="addSp delSp modSp new">
        <pc:chgData name="Dongen, W.S. van (Waling)" userId="S::w.s.vandongen@students.uu.nl::76c45f92-951f-407f-8d28-7ad18ce5b955" providerId="AD" clId="Web-{024DDF1C-2E56-EF1D-A4CF-8F8121241EDA}" dt="2024-09-15T21:30:54.896" v="251" actId="1076"/>
        <pc:sldMkLst>
          <pc:docMk/>
          <pc:sldMk cId="2560380427" sldId="264"/>
        </pc:sldMkLst>
        <pc:spChg chg="del mod">
          <ac:chgData name="Dongen, W.S. van (Waling)" userId="S::w.s.vandongen@students.uu.nl::76c45f92-951f-407f-8d28-7ad18ce5b955" providerId="AD" clId="Web-{024DDF1C-2E56-EF1D-A4CF-8F8121241EDA}" dt="2024-09-15T21:26:00.792" v="191"/>
          <ac:spMkLst>
            <pc:docMk/>
            <pc:sldMk cId="2560380427" sldId="264"/>
            <ac:spMk id="2" creationId="{67EBFC3E-A246-80BA-2063-3842E2F40658}"/>
          </ac:spMkLst>
        </pc:spChg>
        <pc:spChg chg="mod">
          <ac:chgData name="Dongen, W.S. van (Waling)" userId="S::w.s.vandongen@students.uu.nl::76c45f92-951f-407f-8d28-7ad18ce5b955" providerId="AD" clId="Web-{024DDF1C-2E56-EF1D-A4CF-8F8121241EDA}" dt="2024-09-15T21:26:39.262" v="194" actId="20577"/>
          <ac:spMkLst>
            <pc:docMk/>
            <pc:sldMk cId="2560380427" sldId="264"/>
            <ac:spMk id="3" creationId="{2DBEC028-4424-045E-923B-68004181EFF2}"/>
          </ac:spMkLst>
        </pc:spChg>
        <pc:spChg chg="add mod">
          <ac:chgData name="Dongen, W.S. van (Waling)" userId="S::w.s.vandongen@students.uu.nl::76c45f92-951f-407f-8d28-7ad18ce5b955" providerId="AD" clId="Web-{024DDF1C-2E56-EF1D-A4CF-8F8121241EDA}" dt="2024-09-15T21:30:54.896" v="251" actId="1076"/>
          <ac:spMkLst>
            <pc:docMk/>
            <pc:sldMk cId="2560380427" sldId="264"/>
            <ac:spMk id="9" creationId="{73757D4B-4D34-23FF-1482-AFE139619EC7}"/>
          </ac:spMkLst>
        </pc:spChg>
      </pc:sldChg>
      <pc:sldChg chg="addSp delSp modSp">
        <pc:chgData name="Dongen, W.S. van (Waling)" userId="S::w.s.vandongen@students.uu.nl::76c45f92-951f-407f-8d28-7ad18ce5b955" providerId="AD" clId="Web-{024DDF1C-2E56-EF1D-A4CF-8F8121241EDA}" dt="2024-09-15T21:42:49.191" v="417" actId="1076"/>
        <pc:sldMkLst>
          <pc:docMk/>
          <pc:sldMk cId="2822270187" sldId="266"/>
        </pc:sldMkLst>
        <pc:spChg chg="del mod">
          <ac:chgData name="Dongen, W.S. van (Waling)" userId="S::w.s.vandongen@students.uu.nl::76c45f92-951f-407f-8d28-7ad18ce5b955" providerId="AD" clId="Web-{024DDF1C-2E56-EF1D-A4CF-8F8121241EDA}" dt="2024-09-15T21:42:43.909" v="414"/>
          <ac:spMkLst>
            <pc:docMk/>
            <pc:sldMk cId="2822270187" sldId="266"/>
            <ac:spMk id="2" creationId="{8AD470E9-B725-3139-EDBA-51037962BFAE}"/>
          </ac:spMkLst>
        </pc:spChg>
        <pc:spChg chg="add mod">
          <ac:chgData name="Dongen, W.S. van (Waling)" userId="S::w.s.vandongen@students.uu.nl::76c45f92-951f-407f-8d28-7ad18ce5b955" providerId="AD" clId="Web-{024DDF1C-2E56-EF1D-A4CF-8F8121241EDA}" dt="2024-09-15T21:42:49.191" v="417" actId="1076"/>
          <ac:spMkLst>
            <pc:docMk/>
            <pc:sldMk cId="2822270187" sldId="266"/>
            <ac:spMk id="9" creationId="{BB577CF1-F1AF-CCD4-0BCD-C4EA82358B9B}"/>
          </ac:spMkLst>
        </pc:spChg>
        <pc:spChg chg="add del mod">
          <ac:chgData name="Dongen, W.S. van (Waling)" userId="S::w.s.vandongen@students.uu.nl::76c45f92-951f-407f-8d28-7ad18ce5b955" providerId="AD" clId="Web-{024DDF1C-2E56-EF1D-A4CF-8F8121241EDA}" dt="2024-09-15T21:42:47.300" v="416"/>
          <ac:spMkLst>
            <pc:docMk/>
            <pc:sldMk cId="2822270187" sldId="266"/>
            <ac:spMk id="11" creationId="{B1C69671-28C4-C437-3B54-FA140863208C}"/>
          </ac:spMkLst>
        </pc:spChg>
      </pc:sldChg>
      <pc:sldChg chg="addSp delSp modSp">
        <pc:chgData name="Dongen, W.S. van (Waling)" userId="S::w.s.vandongen@students.uu.nl::76c45f92-951f-407f-8d28-7ad18ce5b955" providerId="AD" clId="Web-{024DDF1C-2E56-EF1D-A4CF-8F8121241EDA}" dt="2024-09-15T21:43:07.785" v="422" actId="1076"/>
        <pc:sldMkLst>
          <pc:docMk/>
          <pc:sldMk cId="976751036" sldId="270"/>
        </pc:sldMkLst>
        <pc:spChg chg="del">
          <ac:chgData name="Dongen, W.S. van (Waling)" userId="S::w.s.vandongen@students.uu.nl::76c45f92-951f-407f-8d28-7ad18ce5b955" providerId="AD" clId="Web-{024DDF1C-2E56-EF1D-A4CF-8F8121241EDA}" dt="2024-09-15T21:42:54.488" v="419"/>
          <ac:spMkLst>
            <pc:docMk/>
            <pc:sldMk cId="976751036" sldId="270"/>
            <ac:spMk id="2" creationId="{56A3789C-656B-0CF3-0958-E2EE08F7D70A}"/>
          </ac:spMkLst>
        </pc:spChg>
        <pc:spChg chg="add mod">
          <ac:chgData name="Dongen, W.S. van (Waling)" userId="S::w.s.vandongen@students.uu.nl::76c45f92-951f-407f-8d28-7ad18ce5b955" providerId="AD" clId="Web-{024DDF1C-2E56-EF1D-A4CF-8F8121241EDA}" dt="2024-09-15T21:43:07.785" v="422" actId="1076"/>
          <ac:spMkLst>
            <pc:docMk/>
            <pc:sldMk cId="976751036" sldId="270"/>
            <ac:spMk id="9" creationId="{28EC66B6-3351-AD4A-E53B-64F15323D54A}"/>
          </ac:spMkLst>
        </pc:spChg>
        <pc:spChg chg="add del mod">
          <ac:chgData name="Dongen, W.S. van (Waling)" userId="S::w.s.vandongen@students.uu.nl::76c45f92-951f-407f-8d28-7ad18ce5b955" providerId="AD" clId="Web-{024DDF1C-2E56-EF1D-A4CF-8F8121241EDA}" dt="2024-09-15T21:43:05.832" v="421"/>
          <ac:spMkLst>
            <pc:docMk/>
            <pc:sldMk cId="976751036" sldId="270"/>
            <ac:spMk id="11" creationId="{479AE094-7C96-E865-A835-E8E82B6A9684}"/>
          </ac:spMkLst>
        </pc:spChg>
      </pc:sldChg>
      <pc:sldChg chg="addSp delSp modSp new">
        <pc:chgData name="Dongen, W.S. van (Waling)" userId="S::w.s.vandongen@students.uu.nl::76c45f92-951f-407f-8d28-7ad18ce5b955" providerId="AD" clId="Web-{024DDF1C-2E56-EF1D-A4CF-8F8121241EDA}" dt="2024-09-15T21:38:44.587" v="359" actId="20577"/>
        <pc:sldMkLst>
          <pc:docMk/>
          <pc:sldMk cId="141464764" sldId="271"/>
        </pc:sldMkLst>
        <pc:spChg chg="mod">
          <ac:chgData name="Dongen, W.S. van (Waling)" userId="S::w.s.vandongen@students.uu.nl::76c45f92-951f-407f-8d28-7ad18ce5b955" providerId="AD" clId="Web-{024DDF1C-2E56-EF1D-A4CF-8F8121241EDA}" dt="2024-09-15T21:36:54.099" v="337"/>
          <ac:spMkLst>
            <pc:docMk/>
            <pc:sldMk cId="141464764" sldId="271"/>
            <ac:spMk id="2" creationId="{49A1FB1A-8F0C-F0F7-5A30-BE2812C6444D}"/>
          </ac:spMkLst>
        </pc:spChg>
        <pc:spChg chg="del">
          <ac:chgData name="Dongen, W.S. van (Waling)" userId="S::w.s.vandongen@students.uu.nl::76c45f92-951f-407f-8d28-7ad18ce5b955" providerId="AD" clId="Web-{024DDF1C-2E56-EF1D-A4CF-8F8121241EDA}" dt="2024-09-15T21:36:48.192" v="334"/>
          <ac:spMkLst>
            <pc:docMk/>
            <pc:sldMk cId="141464764" sldId="271"/>
            <ac:spMk id="3" creationId="{F740285D-DF78-0309-2547-D3437934C704}"/>
          </ac:spMkLst>
        </pc:spChg>
        <pc:spChg chg="mod">
          <ac:chgData name="Dongen, W.S. van (Waling)" userId="S::w.s.vandongen@students.uu.nl::76c45f92-951f-407f-8d28-7ad18ce5b955" providerId="AD" clId="Web-{024DDF1C-2E56-EF1D-A4CF-8F8121241EDA}" dt="2024-09-15T21:36:54.099" v="337"/>
          <ac:spMkLst>
            <pc:docMk/>
            <pc:sldMk cId="141464764" sldId="271"/>
            <ac:spMk id="4" creationId="{28998713-304C-F03C-6E25-E8334C26C2E2}"/>
          </ac:spMkLst>
        </pc:spChg>
        <pc:spChg chg="del">
          <ac:chgData name="Dongen, W.S. van (Waling)" userId="S::w.s.vandongen@students.uu.nl::76c45f92-951f-407f-8d28-7ad18ce5b955" providerId="AD" clId="Web-{024DDF1C-2E56-EF1D-A4CF-8F8121241EDA}" dt="2024-09-15T21:36:54.099" v="337"/>
          <ac:spMkLst>
            <pc:docMk/>
            <pc:sldMk cId="141464764" sldId="271"/>
            <ac:spMk id="5" creationId="{5D53EE70-A285-6341-DD37-5F164EB92E1A}"/>
          </ac:spMkLst>
        </pc:spChg>
        <pc:spChg chg="mod">
          <ac:chgData name="Dongen, W.S. van (Waling)" userId="S::w.s.vandongen@students.uu.nl::76c45f92-951f-407f-8d28-7ad18ce5b955" providerId="AD" clId="Web-{024DDF1C-2E56-EF1D-A4CF-8F8121241EDA}" dt="2024-09-15T21:36:54.099" v="337"/>
          <ac:spMkLst>
            <pc:docMk/>
            <pc:sldMk cId="141464764" sldId="271"/>
            <ac:spMk id="6" creationId="{6D20DFE3-C97C-6CB6-6160-4D8B0D4172A1}"/>
          </ac:spMkLst>
        </pc:spChg>
        <pc:spChg chg="add mod">
          <ac:chgData name="Dongen, W.S. van (Waling)" userId="S::w.s.vandongen@students.uu.nl::76c45f92-951f-407f-8d28-7ad18ce5b955" providerId="AD" clId="Web-{024DDF1C-2E56-EF1D-A4CF-8F8121241EDA}" dt="2024-09-15T21:38:44.587" v="359" actId="20577"/>
          <ac:spMkLst>
            <pc:docMk/>
            <pc:sldMk cId="141464764" sldId="271"/>
            <ac:spMk id="8" creationId="{5451C6E4-5E54-5EB4-D642-2C92CB3FBE49}"/>
          </ac:spMkLst>
        </pc:spChg>
        <pc:spChg chg="add">
          <ac:chgData name="Dongen, W.S. van (Waling)" userId="S::w.s.vandongen@students.uu.nl::76c45f92-951f-407f-8d28-7ad18ce5b955" providerId="AD" clId="Web-{024DDF1C-2E56-EF1D-A4CF-8F8121241EDA}" dt="2024-09-15T21:36:54.099" v="337"/>
          <ac:spMkLst>
            <pc:docMk/>
            <pc:sldMk cId="141464764" sldId="271"/>
            <ac:spMk id="12" creationId="{F4F011B1-4E39-31B0-D11D-7D1D727F057E}"/>
          </ac:spMkLst>
        </pc:spChg>
        <pc:picChg chg="add mod ord">
          <ac:chgData name="Dongen, W.S. van (Waling)" userId="S::w.s.vandongen@students.uu.nl::76c45f92-951f-407f-8d28-7ad18ce5b955" providerId="AD" clId="Web-{024DDF1C-2E56-EF1D-A4CF-8F8121241EDA}" dt="2024-09-15T21:36:57.271" v="338" actId="1076"/>
          <ac:picMkLst>
            <pc:docMk/>
            <pc:sldMk cId="141464764" sldId="271"/>
            <ac:picMk id="7" creationId="{106A8D92-56EE-57A4-1374-DC7AA29012B9}"/>
          </ac:picMkLst>
        </pc:picChg>
      </pc:sldChg>
      <pc:sldChg chg="modSp">
        <pc:chgData name="Dongen, W.S. van (Waling)" userId="S::w.s.vandongen@students.uu.nl::76c45f92-951f-407f-8d28-7ad18ce5b955" providerId="AD" clId="Web-{024DDF1C-2E56-EF1D-A4CF-8F8121241EDA}" dt="2024-09-15T21:41:25.141" v="383" actId="1076"/>
        <pc:sldMkLst>
          <pc:docMk/>
          <pc:sldMk cId="4091716109" sldId="272"/>
        </pc:sldMkLst>
        <pc:picChg chg="mod">
          <ac:chgData name="Dongen, W.S. van (Waling)" userId="S::w.s.vandongen@students.uu.nl::76c45f92-951f-407f-8d28-7ad18ce5b955" providerId="AD" clId="Web-{024DDF1C-2E56-EF1D-A4CF-8F8121241EDA}" dt="2024-09-15T21:41:25.141" v="383" actId="1076"/>
          <ac:picMkLst>
            <pc:docMk/>
            <pc:sldMk cId="4091716109" sldId="272"/>
            <ac:picMk id="5126" creationId="{278559FE-11CA-F30C-E77A-B8001AD7156F}"/>
          </ac:picMkLst>
        </pc:picChg>
      </pc:sldChg>
      <pc:sldChg chg="new add del">
        <pc:chgData name="Dongen, W.S. van (Waling)" userId="S::w.s.vandongen@students.uu.nl::76c45f92-951f-407f-8d28-7ad18ce5b955" providerId="AD" clId="Web-{024DDF1C-2E56-EF1D-A4CF-8F8121241EDA}" dt="2024-09-15T21:43:55.271" v="438"/>
        <pc:sldMkLst>
          <pc:docMk/>
          <pc:sldMk cId="2435724506" sldId="274"/>
        </pc:sldMkLst>
      </pc:sldChg>
      <pc:sldChg chg="addSp delSp modSp add replId">
        <pc:chgData name="Dongen, W.S. van (Waling)" userId="S::w.s.vandongen@students.uu.nl::76c45f92-951f-407f-8d28-7ad18ce5b955" providerId="AD" clId="Web-{024DDF1C-2E56-EF1D-A4CF-8F8121241EDA}" dt="2024-09-15T21:40:58.140" v="379" actId="1076"/>
        <pc:sldMkLst>
          <pc:docMk/>
          <pc:sldMk cId="1295275608" sldId="275"/>
        </pc:sldMkLst>
        <pc:spChg chg="add del mod">
          <ac:chgData name="Dongen, W.S. van (Waling)" userId="S::w.s.vandongen@students.uu.nl::76c45f92-951f-407f-8d28-7ad18ce5b955" providerId="AD" clId="Web-{024DDF1C-2E56-EF1D-A4CF-8F8121241EDA}" dt="2024-09-15T21:40:43.030" v="364"/>
          <ac:spMkLst>
            <pc:docMk/>
            <pc:sldMk cId="1295275608" sldId="275"/>
            <ac:spMk id="5" creationId="{2F705A10-47AF-FBD1-23F0-6703D3212DF5}"/>
          </ac:spMkLst>
        </pc:spChg>
        <pc:spChg chg="mod">
          <ac:chgData name="Dongen, W.S. van (Waling)" userId="S::w.s.vandongen@students.uu.nl::76c45f92-951f-407f-8d28-7ad18ce5b955" providerId="AD" clId="Web-{024DDF1C-2E56-EF1D-A4CF-8F8121241EDA}" dt="2024-09-15T21:40:57.265" v="378" actId="20577"/>
          <ac:spMkLst>
            <pc:docMk/>
            <pc:sldMk cId="1295275608" sldId="275"/>
            <ac:spMk id="8" creationId="{5451C6E4-5E54-5EB4-D642-2C92CB3FBE49}"/>
          </ac:spMkLst>
        </pc:spChg>
        <pc:picChg chg="del">
          <ac:chgData name="Dongen, W.S. van (Waling)" userId="S::w.s.vandongen@students.uu.nl::76c45f92-951f-407f-8d28-7ad18ce5b955" providerId="AD" clId="Web-{024DDF1C-2E56-EF1D-A4CF-8F8121241EDA}" dt="2024-09-15T21:40:22.466" v="363"/>
          <ac:picMkLst>
            <pc:docMk/>
            <pc:sldMk cId="1295275608" sldId="275"/>
            <ac:picMk id="7" creationId="{106A8D92-56EE-57A4-1374-DC7AA29012B9}"/>
          </ac:picMkLst>
        </pc:picChg>
        <pc:picChg chg="add mod ord">
          <ac:chgData name="Dongen, W.S. van (Waling)" userId="S::w.s.vandongen@students.uu.nl::76c45f92-951f-407f-8d28-7ad18ce5b955" providerId="AD" clId="Web-{024DDF1C-2E56-EF1D-A4CF-8F8121241EDA}" dt="2024-09-15T21:40:58.140" v="379" actId="1076"/>
          <ac:picMkLst>
            <pc:docMk/>
            <pc:sldMk cId="1295275608" sldId="275"/>
            <ac:picMk id="9" creationId="{94C0EC6E-F72F-9CF5-E3A4-7284E84D0695}"/>
          </ac:picMkLst>
        </pc:picChg>
      </pc:sldChg>
      <pc:sldMasterChg chg="del delSldLayout">
        <pc:chgData name="Dongen, W.S. van (Waling)" userId="S::w.s.vandongen@students.uu.nl::76c45f92-951f-407f-8d28-7ad18ce5b955" providerId="AD" clId="Web-{024DDF1C-2E56-EF1D-A4CF-8F8121241EDA}" dt="2024-09-15T21:11:48.097" v="134"/>
        <pc:sldMasterMkLst>
          <pc:docMk/>
          <pc:sldMasterMk cId="2309258277" sldId="2147483814"/>
        </pc:sldMasterMkLst>
        <pc:sldLayoutChg chg="del">
          <pc:chgData name="Dongen, W.S. van (Waling)" userId="S::w.s.vandongen@students.uu.nl::76c45f92-951f-407f-8d28-7ad18ce5b955" providerId="AD" clId="Web-{024DDF1C-2E56-EF1D-A4CF-8F8121241EDA}" dt="2024-09-15T21:11:48.097" v="134"/>
          <pc:sldLayoutMkLst>
            <pc:docMk/>
            <pc:sldMasterMk cId="2309258277" sldId="2147483814"/>
            <pc:sldLayoutMk cId="2135390065" sldId="2147483815"/>
          </pc:sldLayoutMkLst>
        </pc:sldLayoutChg>
        <pc:sldLayoutChg chg="del">
          <pc:chgData name="Dongen, W.S. van (Waling)" userId="S::w.s.vandongen@students.uu.nl::76c45f92-951f-407f-8d28-7ad18ce5b955" providerId="AD" clId="Web-{024DDF1C-2E56-EF1D-A4CF-8F8121241EDA}" dt="2024-09-15T21:11:48.097" v="134"/>
          <pc:sldLayoutMkLst>
            <pc:docMk/>
            <pc:sldMasterMk cId="2309258277" sldId="2147483814"/>
            <pc:sldLayoutMk cId="2431643068" sldId="2147483816"/>
          </pc:sldLayoutMkLst>
        </pc:sldLayoutChg>
        <pc:sldLayoutChg chg="del">
          <pc:chgData name="Dongen, W.S. van (Waling)" userId="S::w.s.vandongen@students.uu.nl::76c45f92-951f-407f-8d28-7ad18ce5b955" providerId="AD" clId="Web-{024DDF1C-2E56-EF1D-A4CF-8F8121241EDA}" dt="2024-09-15T21:11:48.097" v="134"/>
          <pc:sldLayoutMkLst>
            <pc:docMk/>
            <pc:sldMasterMk cId="2309258277" sldId="2147483814"/>
            <pc:sldLayoutMk cId="1956521779" sldId="2147483817"/>
          </pc:sldLayoutMkLst>
        </pc:sldLayoutChg>
        <pc:sldLayoutChg chg="del">
          <pc:chgData name="Dongen, W.S. van (Waling)" userId="S::w.s.vandongen@students.uu.nl::76c45f92-951f-407f-8d28-7ad18ce5b955" providerId="AD" clId="Web-{024DDF1C-2E56-EF1D-A4CF-8F8121241EDA}" dt="2024-09-15T21:11:48.097" v="134"/>
          <pc:sldLayoutMkLst>
            <pc:docMk/>
            <pc:sldMasterMk cId="2309258277" sldId="2147483814"/>
            <pc:sldLayoutMk cId="787657368" sldId="2147483818"/>
          </pc:sldLayoutMkLst>
        </pc:sldLayoutChg>
        <pc:sldLayoutChg chg="del">
          <pc:chgData name="Dongen, W.S. van (Waling)" userId="S::w.s.vandongen@students.uu.nl::76c45f92-951f-407f-8d28-7ad18ce5b955" providerId="AD" clId="Web-{024DDF1C-2E56-EF1D-A4CF-8F8121241EDA}" dt="2024-09-15T21:11:48.097" v="134"/>
          <pc:sldLayoutMkLst>
            <pc:docMk/>
            <pc:sldMasterMk cId="2309258277" sldId="2147483814"/>
            <pc:sldLayoutMk cId="3821883190" sldId="2147483819"/>
          </pc:sldLayoutMkLst>
        </pc:sldLayoutChg>
        <pc:sldLayoutChg chg="del">
          <pc:chgData name="Dongen, W.S. van (Waling)" userId="S::w.s.vandongen@students.uu.nl::76c45f92-951f-407f-8d28-7ad18ce5b955" providerId="AD" clId="Web-{024DDF1C-2E56-EF1D-A4CF-8F8121241EDA}" dt="2024-09-15T21:11:48.097" v="134"/>
          <pc:sldLayoutMkLst>
            <pc:docMk/>
            <pc:sldMasterMk cId="2309258277" sldId="2147483814"/>
            <pc:sldLayoutMk cId="2728310609" sldId="2147483820"/>
          </pc:sldLayoutMkLst>
        </pc:sldLayoutChg>
        <pc:sldLayoutChg chg="del">
          <pc:chgData name="Dongen, W.S. van (Waling)" userId="S::w.s.vandongen@students.uu.nl::76c45f92-951f-407f-8d28-7ad18ce5b955" providerId="AD" clId="Web-{024DDF1C-2E56-EF1D-A4CF-8F8121241EDA}" dt="2024-09-15T21:11:48.097" v="134"/>
          <pc:sldLayoutMkLst>
            <pc:docMk/>
            <pc:sldMasterMk cId="2309258277" sldId="2147483814"/>
            <pc:sldLayoutMk cId="2490538947" sldId="2147483821"/>
          </pc:sldLayoutMkLst>
        </pc:sldLayoutChg>
        <pc:sldLayoutChg chg="del">
          <pc:chgData name="Dongen, W.S. van (Waling)" userId="S::w.s.vandongen@students.uu.nl::76c45f92-951f-407f-8d28-7ad18ce5b955" providerId="AD" clId="Web-{024DDF1C-2E56-EF1D-A4CF-8F8121241EDA}" dt="2024-09-15T21:11:48.097" v="134"/>
          <pc:sldLayoutMkLst>
            <pc:docMk/>
            <pc:sldMasterMk cId="2309258277" sldId="2147483814"/>
            <pc:sldLayoutMk cId="3443189647" sldId="2147483822"/>
          </pc:sldLayoutMkLst>
        </pc:sldLayoutChg>
        <pc:sldLayoutChg chg="del">
          <pc:chgData name="Dongen, W.S. van (Waling)" userId="S::w.s.vandongen@students.uu.nl::76c45f92-951f-407f-8d28-7ad18ce5b955" providerId="AD" clId="Web-{024DDF1C-2E56-EF1D-A4CF-8F8121241EDA}" dt="2024-09-15T21:11:48.097" v="134"/>
          <pc:sldLayoutMkLst>
            <pc:docMk/>
            <pc:sldMasterMk cId="2309258277" sldId="2147483814"/>
            <pc:sldLayoutMk cId="3728538757" sldId="2147483823"/>
          </pc:sldLayoutMkLst>
        </pc:sldLayoutChg>
        <pc:sldLayoutChg chg="del">
          <pc:chgData name="Dongen, W.S. van (Waling)" userId="S::w.s.vandongen@students.uu.nl::76c45f92-951f-407f-8d28-7ad18ce5b955" providerId="AD" clId="Web-{024DDF1C-2E56-EF1D-A4CF-8F8121241EDA}" dt="2024-09-15T21:11:48.097" v="134"/>
          <pc:sldLayoutMkLst>
            <pc:docMk/>
            <pc:sldMasterMk cId="2309258277" sldId="2147483814"/>
            <pc:sldLayoutMk cId="1112819577" sldId="2147483824"/>
          </pc:sldLayoutMkLst>
        </pc:sldLayoutChg>
        <pc:sldLayoutChg chg="del">
          <pc:chgData name="Dongen, W.S. van (Waling)" userId="S::w.s.vandongen@students.uu.nl::76c45f92-951f-407f-8d28-7ad18ce5b955" providerId="AD" clId="Web-{024DDF1C-2E56-EF1D-A4CF-8F8121241EDA}" dt="2024-09-15T21:11:48.097" v="134"/>
          <pc:sldLayoutMkLst>
            <pc:docMk/>
            <pc:sldMasterMk cId="2309258277" sldId="2147483814"/>
            <pc:sldLayoutMk cId="3825972842" sldId="2147483825"/>
          </pc:sldLayoutMkLst>
        </pc:sldLayoutChg>
        <pc:sldLayoutChg chg="del">
          <pc:chgData name="Dongen, W.S. van (Waling)" userId="S::w.s.vandongen@students.uu.nl::76c45f92-951f-407f-8d28-7ad18ce5b955" providerId="AD" clId="Web-{024DDF1C-2E56-EF1D-A4CF-8F8121241EDA}" dt="2024-09-15T21:11:48.097" v="134"/>
          <pc:sldLayoutMkLst>
            <pc:docMk/>
            <pc:sldMasterMk cId="2309258277" sldId="2147483814"/>
            <pc:sldLayoutMk cId="78371401" sldId="2147483826"/>
          </pc:sldLayoutMkLst>
        </pc:sldLayoutChg>
      </pc:sldMasterChg>
      <pc:sldMasterChg chg="add del addSldLayout delSldLayout modSldLayout">
        <pc:chgData name="Dongen, W.S. van (Waling)" userId="S::w.s.vandongen@students.uu.nl::76c45f92-951f-407f-8d28-7ad18ce5b955" providerId="AD" clId="Web-{024DDF1C-2E56-EF1D-A4CF-8F8121241EDA}" dt="2024-09-15T21:11:49.362" v="135"/>
        <pc:sldMasterMkLst>
          <pc:docMk/>
          <pc:sldMasterMk cId="348904575" sldId="2147483827"/>
        </pc:sldMasterMkLst>
        <pc:sldLayoutChg chg="add del mod replId">
          <pc:chgData name="Dongen, W.S. van (Waling)" userId="S::w.s.vandongen@students.uu.nl::76c45f92-951f-407f-8d28-7ad18ce5b955" providerId="AD" clId="Web-{024DDF1C-2E56-EF1D-A4CF-8F8121241EDA}" dt="2024-09-15T21:11:49.362" v="135"/>
          <pc:sldLayoutMkLst>
            <pc:docMk/>
            <pc:sldMasterMk cId="348904575" sldId="2147483827"/>
            <pc:sldLayoutMk cId="3263180723" sldId="2147483828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49.362" v="135"/>
          <pc:sldLayoutMkLst>
            <pc:docMk/>
            <pc:sldMasterMk cId="348904575" sldId="2147483827"/>
            <pc:sldLayoutMk cId="3467186701" sldId="2147483829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49.362" v="135"/>
          <pc:sldLayoutMkLst>
            <pc:docMk/>
            <pc:sldMasterMk cId="348904575" sldId="2147483827"/>
            <pc:sldLayoutMk cId="1603630197" sldId="2147483830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49.362" v="135"/>
          <pc:sldLayoutMkLst>
            <pc:docMk/>
            <pc:sldMasterMk cId="348904575" sldId="2147483827"/>
            <pc:sldLayoutMk cId="3750345759" sldId="2147483831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49.362" v="135"/>
          <pc:sldLayoutMkLst>
            <pc:docMk/>
            <pc:sldMasterMk cId="348904575" sldId="2147483827"/>
            <pc:sldLayoutMk cId="2103214648" sldId="2147483832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49.362" v="135"/>
          <pc:sldLayoutMkLst>
            <pc:docMk/>
            <pc:sldMasterMk cId="348904575" sldId="2147483827"/>
            <pc:sldLayoutMk cId="2754285312" sldId="2147483833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49.362" v="135"/>
          <pc:sldLayoutMkLst>
            <pc:docMk/>
            <pc:sldMasterMk cId="348904575" sldId="2147483827"/>
            <pc:sldLayoutMk cId="799448182" sldId="2147483834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49.362" v="135"/>
          <pc:sldLayoutMkLst>
            <pc:docMk/>
            <pc:sldMasterMk cId="348904575" sldId="2147483827"/>
            <pc:sldLayoutMk cId="3043135657" sldId="2147483835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49.362" v="135"/>
          <pc:sldLayoutMkLst>
            <pc:docMk/>
            <pc:sldMasterMk cId="348904575" sldId="2147483827"/>
            <pc:sldLayoutMk cId="2353069083" sldId="2147483836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49.362" v="135"/>
          <pc:sldLayoutMkLst>
            <pc:docMk/>
            <pc:sldMasterMk cId="348904575" sldId="2147483827"/>
            <pc:sldLayoutMk cId="2227671236" sldId="2147483837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49.362" v="135"/>
          <pc:sldLayoutMkLst>
            <pc:docMk/>
            <pc:sldMasterMk cId="348904575" sldId="2147483827"/>
            <pc:sldLayoutMk cId="2390791731" sldId="2147483838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49.362" v="135"/>
          <pc:sldLayoutMkLst>
            <pc:docMk/>
            <pc:sldMasterMk cId="348904575" sldId="2147483827"/>
            <pc:sldLayoutMk cId="3629672858" sldId="2147483839"/>
          </pc:sldLayoutMkLst>
        </pc:sldLayoutChg>
      </pc:sldMasterChg>
      <pc:sldMasterChg chg="add del addSldLayout delSldLayout modSldLayout">
        <pc:chgData name="Dongen, W.S. van (Waling)" userId="S::w.s.vandongen@students.uu.nl::76c45f92-951f-407f-8d28-7ad18ce5b955" providerId="AD" clId="Web-{024DDF1C-2E56-EF1D-A4CF-8F8121241EDA}" dt="2024-09-15T21:11:50.347" v="136"/>
        <pc:sldMasterMkLst>
          <pc:docMk/>
          <pc:sldMasterMk cId="4121137377" sldId="2147483840"/>
        </pc:sldMasterMkLst>
        <pc:sldLayoutChg chg="add del mod replId">
          <pc:chgData name="Dongen, W.S. van (Waling)" userId="S::w.s.vandongen@students.uu.nl::76c45f92-951f-407f-8d28-7ad18ce5b955" providerId="AD" clId="Web-{024DDF1C-2E56-EF1D-A4CF-8F8121241EDA}" dt="2024-09-15T21:11:50.347" v="136"/>
          <pc:sldLayoutMkLst>
            <pc:docMk/>
            <pc:sldMasterMk cId="4121137377" sldId="2147483840"/>
            <pc:sldLayoutMk cId="901673329" sldId="2147483841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0.347" v="136"/>
          <pc:sldLayoutMkLst>
            <pc:docMk/>
            <pc:sldMasterMk cId="4121137377" sldId="2147483840"/>
            <pc:sldLayoutMk cId="622825654" sldId="2147483842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0.347" v="136"/>
          <pc:sldLayoutMkLst>
            <pc:docMk/>
            <pc:sldMasterMk cId="4121137377" sldId="2147483840"/>
            <pc:sldLayoutMk cId="1034736972" sldId="2147483843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0.347" v="136"/>
          <pc:sldLayoutMkLst>
            <pc:docMk/>
            <pc:sldMasterMk cId="4121137377" sldId="2147483840"/>
            <pc:sldLayoutMk cId="1172852800" sldId="2147483844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0.347" v="136"/>
          <pc:sldLayoutMkLst>
            <pc:docMk/>
            <pc:sldMasterMk cId="4121137377" sldId="2147483840"/>
            <pc:sldLayoutMk cId="3109415466" sldId="2147483845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0.347" v="136"/>
          <pc:sldLayoutMkLst>
            <pc:docMk/>
            <pc:sldMasterMk cId="4121137377" sldId="2147483840"/>
            <pc:sldLayoutMk cId="113690801" sldId="2147483846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0.347" v="136"/>
          <pc:sldLayoutMkLst>
            <pc:docMk/>
            <pc:sldMasterMk cId="4121137377" sldId="2147483840"/>
            <pc:sldLayoutMk cId="3050933112" sldId="2147483847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0.347" v="136"/>
          <pc:sldLayoutMkLst>
            <pc:docMk/>
            <pc:sldMasterMk cId="4121137377" sldId="2147483840"/>
            <pc:sldLayoutMk cId="4027094266" sldId="2147483848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0.347" v="136"/>
          <pc:sldLayoutMkLst>
            <pc:docMk/>
            <pc:sldMasterMk cId="4121137377" sldId="2147483840"/>
            <pc:sldLayoutMk cId="3664804142" sldId="2147483849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0.347" v="136"/>
          <pc:sldLayoutMkLst>
            <pc:docMk/>
            <pc:sldMasterMk cId="4121137377" sldId="2147483840"/>
            <pc:sldLayoutMk cId="2000447731" sldId="2147483850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0.347" v="136"/>
          <pc:sldLayoutMkLst>
            <pc:docMk/>
            <pc:sldMasterMk cId="4121137377" sldId="2147483840"/>
            <pc:sldLayoutMk cId="3571081141" sldId="2147483851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0.347" v="136"/>
          <pc:sldLayoutMkLst>
            <pc:docMk/>
            <pc:sldMasterMk cId="4121137377" sldId="2147483840"/>
            <pc:sldLayoutMk cId="3415752030" sldId="2147483852"/>
          </pc:sldLayoutMkLst>
        </pc:sldLayoutChg>
      </pc:sldMasterChg>
      <pc:sldMasterChg chg="add del addSldLayout delSldLayout modSldLayout">
        <pc:chgData name="Dongen, W.S. van (Waling)" userId="S::w.s.vandongen@students.uu.nl::76c45f92-951f-407f-8d28-7ad18ce5b955" providerId="AD" clId="Web-{024DDF1C-2E56-EF1D-A4CF-8F8121241EDA}" dt="2024-09-15T21:11:51.253" v="137"/>
        <pc:sldMasterMkLst>
          <pc:docMk/>
          <pc:sldMasterMk cId="3174047430" sldId="2147483853"/>
        </pc:sldMasterMkLst>
        <pc:sldLayoutChg chg="add del mod replId">
          <pc:chgData name="Dongen, W.S. van (Waling)" userId="S::w.s.vandongen@students.uu.nl::76c45f92-951f-407f-8d28-7ad18ce5b955" providerId="AD" clId="Web-{024DDF1C-2E56-EF1D-A4CF-8F8121241EDA}" dt="2024-09-15T21:11:51.253" v="137"/>
          <pc:sldLayoutMkLst>
            <pc:docMk/>
            <pc:sldMasterMk cId="3174047430" sldId="2147483853"/>
            <pc:sldLayoutMk cId="2692995813" sldId="2147483854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1.253" v="137"/>
          <pc:sldLayoutMkLst>
            <pc:docMk/>
            <pc:sldMasterMk cId="3174047430" sldId="2147483853"/>
            <pc:sldLayoutMk cId="1165728765" sldId="2147483855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1.253" v="137"/>
          <pc:sldLayoutMkLst>
            <pc:docMk/>
            <pc:sldMasterMk cId="3174047430" sldId="2147483853"/>
            <pc:sldLayoutMk cId="1870096146" sldId="2147483856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1.253" v="137"/>
          <pc:sldLayoutMkLst>
            <pc:docMk/>
            <pc:sldMasterMk cId="3174047430" sldId="2147483853"/>
            <pc:sldLayoutMk cId="2732156714" sldId="2147483857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1.253" v="137"/>
          <pc:sldLayoutMkLst>
            <pc:docMk/>
            <pc:sldMasterMk cId="3174047430" sldId="2147483853"/>
            <pc:sldLayoutMk cId="1283763262" sldId="2147483858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1.253" v="137"/>
          <pc:sldLayoutMkLst>
            <pc:docMk/>
            <pc:sldMasterMk cId="3174047430" sldId="2147483853"/>
            <pc:sldLayoutMk cId="1483662924" sldId="2147483859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1.253" v="137"/>
          <pc:sldLayoutMkLst>
            <pc:docMk/>
            <pc:sldMasterMk cId="3174047430" sldId="2147483853"/>
            <pc:sldLayoutMk cId="2264445626" sldId="2147483860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1.253" v="137"/>
          <pc:sldLayoutMkLst>
            <pc:docMk/>
            <pc:sldMasterMk cId="3174047430" sldId="2147483853"/>
            <pc:sldLayoutMk cId="1541446968" sldId="2147483861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1.253" v="137"/>
          <pc:sldLayoutMkLst>
            <pc:docMk/>
            <pc:sldMasterMk cId="3174047430" sldId="2147483853"/>
            <pc:sldLayoutMk cId="298808564" sldId="2147483862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1.253" v="137"/>
          <pc:sldLayoutMkLst>
            <pc:docMk/>
            <pc:sldMasterMk cId="3174047430" sldId="2147483853"/>
            <pc:sldLayoutMk cId="2559153529" sldId="2147483863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1.253" v="137"/>
          <pc:sldLayoutMkLst>
            <pc:docMk/>
            <pc:sldMasterMk cId="3174047430" sldId="2147483853"/>
            <pc:sldLayoutMk cId="1915233671" sldId="2147483864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1.253" v="137"/>
          <pc:sldLayoutMkLst>
            <pc:docMk/>
            <pc:sldMasterMk cId="3174047430" sldId="2147483853"/>
            <pc:sldLayoutMk cId="1779759964" sldId="2147483865"/>
          </pc:sldLayoutMkLst>
        </pc:sldLayoutChg>
      </pc:sldMasterChg>
      <pc:sldMasterChg chg="add del addSldLayout delSldLayout modSldLayout">
        <pc:chgData name="Dongen, W.S. van (Waling)" userId="S::w.s.vandongen@students.uu.nl::76c45f92-951f-407f-8d28-7ad18ce5b955" providerId="AD" clId="Web-{024DDF1C-2E56-EF1D-A4CF-8F8121241EDA}" dt="2024-09-15T21:11:53.566" v="138"/>
        <pc:sldMasterMkLst>
          <pc:docMk/>
          <pc:sldMasterMk cId="2071840856" sldId="2147483866"/>
        </pc:sldMasterMkLst>
        <pc:sldLayoutChg chg="add del mod replId">
          <pc:chgData name="Dongen, W.S. van (Waling)" userId="S::w.s.vandongen@students.uu.nl::76c45f92-951f-407f-8d28-7ad18ce5b955" providerId="AD" clId="Web-{024DDF1C-2E56-EF1D-A4CF-8F8121241EDA}" dt="2024-09-15T21:11:53.566" v="138"/>
          <pc:sldLayoutMkLst>
            <pc:docMk/>
            <pc:sldMasterMk cId="2071840856" sldId="2147483866"/>
            <pc:sldLayoutMk cId="150108510" sldId="2147483867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3.566" v="138"/>
          <pc:sldLayoutMkLst>
            <pc:docMk/>
            <pc:sldMasterMk cId="2071840856" sldId="2147483866"/>
            <pc:sldLayoutMk cId="3172264355" sldId="2147483868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3.566" v="138"/>
          <pc:sldLayoutMkLst>
            <pc:docMk/>
            <pc:sldMasterMk cId="2071840856" sldId="2147483866"/>
            <pc:sldLayoutMk cId="1359398585" sldId="2147483869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3.566" v="138"/>
          <pc:sldLayoutMkLst>
            <pc:docMk/>
            <pc:sldMasterMk cId="2071840856" sldId="2147483866"/>
            <pc:sldLayoutMk cId="2059906095" sldId="2147483870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3.566" v="138"/>
          <pc:sldLayoutMkLst>
            <pc:docMk/>
            <pc:sldMasterMk cId="2071840856" sldId="2147483866"/>
            <pc:sldLayoutMk cId="811173379" sldId="2147483871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3.566" v="138"/>
          <pc:sldLayoutMkLst>
            <pc:docMk/>
            <pc:sldMasterMk cId="2071840856" sldId="2147483866"/>
            <pc:sldLayoutMk cId="3841419" sldId="2147483872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3.566" v="138"/>
          <pc:sldLayoutMkLst>
            <pc:docMk/>
            <pc:sldMasterMk cId="2071840856" sldId="2147483866"/>
            <pc:sldLayoutMk cId="2928690727" sldId="2147483873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3.566" v="138"/>
          <pc:sldLayoutMkLst>
            <pc:docMk/>
            <pc:sldMasterMk cId="2071840856" sldId="2147483866"/>
            <pc:sldLayoutMk cId="3969008062" sldId="2147483874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3.566" v="138"/>
          <pc:sldLayoutMkLst>
            <pc:docMk/>
            <pc:sldMasterMk cId="2071840856" sldId="2147483866"/>
            <pc:sldLayoutMk cId="1884112207" sldId="2147483875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3.566" v="138"/>
          <pc:sldLayoutMkLst>
            <pc:docMk/>
            <pc:sldMasterMk cId="2071840856" sldId="2147483866"/>
            <pc:sldLayoutMk cId="794928649" sldId="2147483876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3.566" v="138"/>
          <pc:sldLayoutMkLst>
            <pc:docMk/>
            <pc:sldMasterMk cId="2071840856" sldId="2147483866"/>
            <pc:sldLayoutMk cId="3525366439" sldId="2147483877"/>
          </pc:sldLayoutMkLst>
        </pc:sldLayoutChg>
        <pc:sldLayoutChg chg="add del mod replId">
          <pc:chgData name="Dongen, W.S. van (Waling)" userId="S::w.s.vandongen@students.uu.nl::76c45f92-951f-407f-8d28-7ad18ce5b955" providerId="AD" clId="Web-{024DDF1C-2E56-EF1D-A4CF-8F8121241EDA}" dt="2024-09-15T21:11:53.566" v="138"/>
          <pc:sldLayoutMkLst>
            <pc:docMk/>
            <pc:sldMasterMk cId="2071840856" sldId="2147483866"/>
            <pc:sldLayoutMk cId="903956569" sldId="2147483878"/>
          </pc:sldLayoutMkLst>
        </pc:sldLayoutChg>
      </pc:sldMasterChg>
      <pc:sldMasterChg chg="add addSldLayout modSldLayout">
        <pc:chgData name="Dongen, W.S. van (Waling)" userId="S::w.s.vandongen@students.uu.nl::76c45f92-951f-407f-8d28-7ad18ce5b955" providerId="AD" clId="Web-{024DDF1C-2E56-EF1D-A4CF-8F8121241EDA}" dt="2024-09-15T21:11:53.566" v="138"/>
        <pc:sldMasterMkLst>
          <pc:docMk/>
          <pc:sldMasterMk cId="1167763290" sldId="2147483879"/>
        </pc:sldMasterMkLst>
        <pc:sldLayoutChg chg="add mod replId">
          <pc:chgData name="Dongen, W.S. van (Waling)" userId="S::w.s.vandongen@students.uu.nl::76c45f92-951f-407f-8d28-7ad18ce5b955" providerId="AD" clId="Web-{024DDF1C-2E56-EF1D-A4CF-8F8121241EDA}" dt="2024-09-15T21:11:53.566" v="138"/>
          <pc:sldLayoutMkLst>
            <pc:docMk/>
            <pc:sldMasterMk cId="1167763290" sldId="2147483879"/>
            <pc:sldLayoutMk cId="3868845368" sldId="2147483880"/>
          </pc:sldLayoutMkLst>
        </pc:sldLayoutChg>
        <pc:sldLayoutChg chg="add mod replId">
          <pc:chgData name="Dongen, W.S. van (Waling)" userId="S::w.s.vandongen@students.uu.nl::76c45f92-951f-407f-8d28-7ad18ce5b955" providerId="AD" clId="Web-{024DDF1C-2E56-EF1D-A4CF-8F8121241EDA}" dt="2024-09-15T21:11:53.566" v="138"/>
          <pc:sldLayoutMkLst>
            <pc:docMk/>
            <pc:sldMasterMk cId="1167763290" sldId="2147483879"/>
            <pc:sldLayoutMk cId="1579940053" sldId="2147483881"/>
          </pc:sldLayoutMkLst>
        </pc:sldLayoutChg>
        <pc:sldLayoutChg chg="add mod replId">
          <pc:chgData name="Dongen, W.S. van (Waling)" userId="S::w.s.vandongen@students.uu.nl::76c45f92-951f-407f-8d28-7ad18ce5b955" providerId="AD" clId="Web-{024DDF1C-2E56-EF1D-A4CF-8F8121241EDA}" dt="2024-09-15T21:11:53.566" v="138"/>
          <pc:sldLayoutMkLst>
            <pc:docMk/>
            <pc:sldMasterMk cId="1167763290" sldId="2147483879"/>
            <pc:sldLayoutMk cId="1819314262" sldId="2147483882"/>
          </pc:sldLayoutMkLst>
        </pc:sldLayoutChg>
        <pc:sldLayoutChg chg="add mod replId">
          <pc:chgData name="Dongen, W.S. van (Waling)" userId="S::w.s.vandongen@students.uu.nl::76c45f92-951f-407f-8d28-7ad18ce5b955" providerId="AD" clId="Web-{024DDF1C-2E56-EF1D-A4CF-8F8121241EDA}" dt="2024-09-15T21:11:53.566" v="138"/>
          <pc:sldLayoutMkLst>
            <pc:docMk/>
            <pc:sldMasterMk cId="1167763290" sldId="2147483879"/>
            <pc:sldLayoutMk cId="693879995" sldId="2147483883"/>
          </pc:sldLayoutMkLst>
        </pc:sldLayoutChg>
        <pc:sldLayoutChg chg="add mod replId">
          <pc:chgData name="Dongen, W.S. van (Waling)" userId="S::w.s.vandongen@students.uu.nl::76c45f92-951f-407f-8d28-7ad18ce5b955" providerId="AD" clId="Web-{024DDF1C-2E56-EF1D-A4CF-8F8121241EDA}" dt="2024-09-15T21:11:53.566" v="138"/>
          <pc:sldLayoutMkLst>
            <pc:docMk/>
            <pc:sldMasterMk cId="1167763290" sldId="2147483879"/>
            <pc:sldLayoutMk cId="2828955153" sldId="2147483884"/>
          </pc:sldLayoutMkLst>
        </pc:sldLayoutChg>
        <pc:sldLayoutChg chg="add mod replId">
          <pc:chgData name="Dongen, W.S. van (Waling)" userId="S::w.s.vandongen@students.uu.nl::76c45f92-951f-407f-8d28-7ad18ce5b955" providerId="AD" clId="Web-{024DDF1C-2E56-EF1D-A4CF-8F8121241EDA}" dt="2024-09-15T21:11:53.566" v="138"/>
          <pc:sldLayoutMkLst>
            <pc:docMk/>
            <pc:sldMasterMk cId="1167763290" sldId="2147483879"/>
            <pc:sldLayoutMk cId="744968207" sldId="2147483885"/>
          </pc:sldLayoutMkLst>
        </pc:sldLayoutChg>
        <pc:sldLayoutChg chg="add mod replId">
          <pc:chgData name="Dongen, W.S. van (Waling)" userId="S::w.s.vandongen@students.uu.nl::76c45f92-951f-407f-8d28-7ad18ce5b955" providerId="AD" clId="Web-{024DDF1C-2E56-EF1D-A4CF-8F8121241EDA}" dt="2024-09-15T21:11:53.566" v="138"/>
          <pc:sldLayoutMkLst>
            <pc:docMk/>
            <pc:sldMasterMk cId="1167763290" sldId="2147483879"/>
            <pc:sldLayoutMk cId="3330406780" sldId="2147483886"/>
          </pc:sldLayoutMkLst>
        </pc:sldLayoutChg>
        <pc:sldLayoutChg chg="add mod replId">
          <pc:chgData name="Dongen, W.S. van (Waling)" userId="S::w.s.vandongen@students.uu.nl::76c45f92-951f-407f-8d28-7ad18ce5b955" providerId="AD" clId="Web-{024DDF1C-2E56-EF1D-A4CF-8F8121241EDA}" dt="2024-09-15T21:11:53.566" v="138"/>
          <pc:sldLayoutMkLst>
            <pc:docMk/>
            <pc:sldMasterMk cId="1167763290" sldId="2147483879"/>
            <pc:sldLayoutMk cId="1757769029" sldId="2147483887"/>
          </pc:sldLayoutMkLst>
        </pc:sldLayoutChg>
        <pc:sldLayoutChg chg="add mod replId">
          <pc:chgData name="Dongen, W.S. van (Waling)" userId="S::w.s.vandongen@students.uu.nl::76c45f92-951f-407f-8d28-7ad18ce5b955" providerId="AD" clId="Web-{024DDF1C-2E56-EF1D-A4CF-8F8121241EDA}" dt="2024-09-15T21:11:53.566" v="138"/>
          <pc:sldLayoutMkLst>
            <pc:docMk/>
            <pc:sldMasterMk cId="1167763290" sldId="2147483879"/>
            <pc:sldLayoutMk cId="3117316368" sldId="2147483888"/>
          </pc:sldLayoutMkLst>
        </pc:sldLayoutChg>
        <pc:sldLayoutChg chg="add mod replId">
          <pc:chgData name="Dongen, W.S. van (Waling)" userId="S::w.s.vandongen@students.uu.nl::76c45f92-951f-407f-8d28-7ad18ce5b955" providerId="AD" clId="Web-{024DDF1C-2E56-EF1D-A4CF-8F8121241EDA}" dt="2024-09-15T21:11:53.566" v="138"/>
          <pc:sldLayoutMkLst>
            <pc:docMk/>
            <pc:sldMasterMk cId="1167763290" sldId="2147483879"/>
            <pc:sldLayoutMk cId="1331629320" sldId="2147483889"/>
          </pc:sldLayoutMkLst>
        </pc:sldLayoutChg>
        <pc:sldLayoutChg chg="add mod replId">
          <pc:chgData name="Dongen, W.S. van (Waling)" userId="S::w.s.vandongen@students.uu.nl::76c45f92-951f-407f-8d28-7ad18ce5b955" providerId="AD" clId="Web-{024DDF1C-2E56-EF1D-A4CF-8F8121241EDA}" dt="2024-09-15T21:11:53.566" v="138"/>
          <pc:sldLayoutMkLst>
            <pc:docMk/>
            <pc:sldMasterMk cId="1167763290" sldId="2147483879"/>
            <pc:sldLayoutMk cId="376403796" sldId="2147483890"/>
          </pc:sldLayoutMkLst>
        </pc:sldLayoutChg>
        <pc:sldLayoutChg chg="add mod replId">
          <pc:chgData name="Dongen, W.S. van (Waling)" userId="S::w.s.vandongen@students.uu.nl::76c45f92-951f-407f-8d28-7ad18ce5b955" providerId="AD" clId="Web-{024DDF1C-2E56-EF1D-A4CF-8F8121241EDA}" dt="2024-09-15T21:11:53.566" v="138"/>
          <pc:sldLayoutMkLst>
            <pc:docMk/>
            <pc:sldMasterMk cId="1167763290" sldId="2147483879"/>
            <pc:sldLayoutMk cId="1203445654" sldId="2147483891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EF580A-6D3F-4930-9EBB-0BFF7A17085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70E56FE-E4A9-44A1-983B-1126D2CEC226}">
      <dgm:prSet/>
      <dgm:spPr/>
      <dgm:t>
        <a:bodyPr/>
        <a:lstStyle/>
        <a:p>
          <a:r>
            <a:rPr lang="nl-NL"/>
            <a:t>Firstly we cleaned the dataset.</a:t>
          </a:r>
          <a:endParaRPr lang="en-US"/>
        </a:p>
      </dgm:t>
    </dgm:pt>
    <dgm:pt modelId="{466CC1DB-A2D6-4C61-A66D-469D79DC55F0}" type="parTrans" cxnId="{EE61DFED-4CBD-407F-9DF1-3A2BC327287D}">
      <dgm:prSet/>
      <dgm:spPr/>
      <dgm:t>
        <a:bodyPr/>
        <a:lstStyle/>
        <a:p>
          <a:endParaRPr lang="en-US"/>
        </a:p>
      </dgm:t>
    </dgm:pt>
    <dgm:pt modelId="{517D73C6-3628-497B-AFAA-E46334838756}" type="sibTrans" cxnId="{EE61DFED-4CBD-407F-9DF1-3A2BC327287D}">
      <dgm:prSet/>
      <dgm:spPr/>
      <dgm:t>
        <a:bodyPr/>
        <a:lstStyle/>
        <a:p>
          <a:endParaRPr lang="en-US"/>
        </a:p>
      </dgm:t>
    </dgm:pt>
    <dgm:pt modelId="{9695CAEF-1EDF-445A-A53C-515D32087C26}">
      <dgm:prSet/>
      <dgm:spPr/>
      <dgm:t>
        <a:bodyPr/>
        <a:lstStyle/>
        <a:p>
          <a:r>
            <a:rPr lang="nl-NL"/>
            <a:t>We rendered the cleaned and uncleaned datasets</a:t>
          </a:r>
          <a:endParaRPr lang="en-US"/>
        </a:p>
      </dgm:t>
    </dgm:pt>
    <dgm:pt modelId="{9443DCFA-1C0E-480F-9B89-B06D9CAE8AC1}" type="parTrans" cxnId="{F0914784-49F0-46ED-AF4C-625E63FC5FD0}">
      <dgm:prSet/>
      <dgm:spPr/>
      <dgm:t>
        <a:bodyPr/>
        <a:lstStyle/>
        <a:p>
          <a:endParaRPr lang="en-US"/>
        </a:p>
      </dgm:t>
    </dgm:pt>
    <dgm:pt modelId="{51DADFE9-8648-4F87-BDEF-758028C7DFB6}" type="sibTrans" cxnId="{F0914784-49F0-46ED-AF4C-625E63FC5FD0}">
      <dgm:prSet/>
      <dgm:spPr/>
      <dgm:t>
        <a:bodyPr/>
        <a:lstStyle/>
        <a:p>
          <a:endParaRPr lang="en-US"/>
        </a:p>
      </dgm:t>
    </dgm:pt>
    <dgm:pt modelId="{3D124EEF-C603-49BB-95B5-DD3A0CBB215A}" type="pres">
      <dgm:prSet presAssocID="{3AEF580A-6D3F-4930-9EBB-0BFF7A17085A}" presName="root" presStyleCnt="0">
        <dgm:presLayoutVars>
          <dgm:dir/>
          <dgm:resizeHandles val="exact"/>
        </dgm:presLayoutVars>
      </dgm:prSet>
      <dgm:spPr/>
    </dgm:pt>
    <dgm:pt modelId="{AD5ABCE1-9159-4B83-BE63-65901A997B80}" type="pres">
      <dgm:prSet presAssocID="{F70E56FE-E4A9-44A1-983B-1126D2CEC226}" presName="compNode" presStyleCnt="0"/>
      <dgm:spPr/>
    </dgm:pt>
    <dgm:pt modelId="{2582D81D-3B86-4D46-97B0-630B637CCD81}" type="pres">
      <dgm:prSet presAssocID="{F70E56FE-E4A9-44A1-983B-1126D2CEC226}" presName="bgRect" presStyleLbl="bgShp" presStyleIdx="0" presStyleCnt="2"/>
      <dgm:spPr/>
    </dgm:pt>
    <dgm:pt modelId="{D71D4416-C945-409D-81A6-9E047DC0CF5B}" type="pres">
      <dgm:prSet presAssocID="{F70E56FE-E4A9-44A1-983B-1126D2CEC22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51793BC-5A43-4BB8-9D33-2EAA70E68718}" type="pres">
      <dgm:prSet presAssocID="{F70E56FE-E4A9-44A1-983B-1126D2CEC226}" presName="spaceRect" presStyleCnt="0"/>
      <dgm:spPr/>
    </dgm:pt>
    <dgm:pt modelId="{48C39BB2-1675-4C9A-84D8-7D3D022FA34E}" type="pres">
      <dgm:prSet presAssocID="{F70E56FE-E4A9-44A1-983B-1126D2CEC226}" presName="parTx" presStyleLbl="revTx" presStyleIdx="0" presStyleCnt="2">
        <dgm:presLayoutVars>
          <dgm:chMax val="0"/>
          <dgm:chPref val="0"/>
        </dgm:presLayoutVars>
      </dgm:prSet>
      <dgm:spPr/>
    </dgm:pt>
    <dgm:pt modelId="{86DD5CE1-7FCD-41D4-8782-C4D7614A2580}" type="pres">
      <dgm:prSet presAssocID="{517D73C6-3628-497B-AFAA-E46334838756}" presName="sibTrans" presStyleCnt="0"/>
      <dgm:spPr/>
    </dgm:pt>
    <dgm:pt modelId="{51DB3DB0-F405-4AA8-BC4A-48B593F49000}" type="pres">
      <dgm:prSet presAssocID="{9695CAEF-1EDF-445A-A53C-515D32087C26}" presName="compNode" presStyleCnt="0"/>
      <dgm:spPr/>
    </dgm:pt>
    <dgm:pt modelId="{00BE9BA4-24F9-4A66-99DC-303176BDF2E0}" type="pres">
      <dgm:prSet presAssocID="{9695CAEF-1EDF-445A-A53C-515D32087C26}" presName="bgRect" presStyleLbl="bgShp" presStyleIdx="1" presStyleCnt="2"/>
      <dgm:spPr/>
    </dgm:pt>
    <dgm:pt modelId="{8F0734B4-35E4-4875-A12E-049814F9A493}" type="pres">
      <dgm:prSet presAssocID="{9695CAEF-1EDF-445A-A53C-515D32087C2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1E529863-973A-423C-86A3-9FE4D5948E78}" type="pres">
      <dgm:prSet presAssocID="{9695CAEF-1EDF-445A-A53C-515D32087C26}" presName="spaceRect" presStyleCnt="0"/>
      <dgm:spPr/>
    </dgm:pt>
    <dgm:pt modelId="{2A816623-C803-4E6A-9BCB-012620512390}" type="pres">
      <dgm:prSet presAssocID="{9695CAEF-1EDF-445A-A53C-515D32087C2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F0914784-49F0-46ED-AF4C-625E63FC5FD0}" srcId="{3AEF580A-6D3F-4930-9EBB-0BFF7A17085A}" destId="{9695CAEF-1EDF-445A-A53C-515D32087C26}" srcOrd="1" destOrd="0" parTransId="{9443DCFA-1C0E-480F-9B89-B06D9CAE8AC1}" sibTransId="{51DADFE9-8648-4F87-BDEF-758028C7DFB6}"/>
    <dgm:cxn modelId="{112B1AA7-F4B8-49D4-A317-52978FD3961F}" type="presOf" srcId="{9695CAEF-1EDF-445A-A53C-515D32087C26}" destId="{2A816623-C803-4E6A-9BCB-012620512390}" srcOrd="0" destOrd="0" presId="urn:microsoft.com/office/officeart/2018/2/layout/IconVerticalSolidList"/>
    <dgm:cxn modelId="{A3245CC1-14D6-43FE-B5CE-264E05C1A584}" type="presOf" srcId="{3AEF580A-6D3F-4930-9EBB-0BFF7A17085A}" destId="{3D124EEF-C603-49BB-95B5-DD3A0CBB215A}" srcOrd="0" destOrd="0" presId="urn:microsoft.com/office/officeart/2018/2/layout/IconVerticalSolidList"/>
    <dgm:cxn modelId="{B4F63ECA-6373-4E56-BCAA-D312D3F761FD}" type="presOf" srcId="{F70E56FE-E4A9-44A1-983B-1126D2CEC226}" destId="{48C39BB2-1675-4C9A-84D8-7D3D022FA34E}" srcOrd="0" destOrd="0" presId="urn:microsoft.com/office/officeart/2018/2/layout/IconVerticalSolidList"/>
    <dgm:cxn modelId="{EE61DFED-4CBD-407F-9DF1-3A2BC327287D}" srcId="{3AEF580A-6D3F-4930-9EBB-0BFF7A17085A}" destId="{F70E56FE-E4A9-44A1-983B-1126D2CEC226}" srcOrd="0" destOrd="0" parTransId="{466CC1DB-A2D6-4C61-A66D-469D79DC55F0}" sibTransId="{517D73C6-3628-497B-AFAA-E46334838756}"/>
    <dgm:cxn modelId="{2B45116F-5185-40DE-8FFE-48409A3519AD}" type="presParOf" srcId="{3D124EEF-C603-49BB-95B5-DD3A0CBB215A}" destId="{AD5ABCE1-9159-4B83-BE63-65901A997B80}" srcOrd="0" destOrd="0" presId="urn:microsoft.com/office/officeart/2018/2/layout/IconVerticalSolidList"/>
    <dgm:cxn modelId="{0ADFA37F-AC6A-4AB6-BDF1-59F57FC367CD}" type="presParOf" srcId="{AD5ABCE1-9159-4B83-BE63-65901A997B80}" destId="{2582D81D-3B86-4D46-97B0-630B637CCD81}" srcOrd="0" destOrd="0" presId="urn:microsoft.com/office/officeart/2018/2/layout/IconVerticalSolidList"/>
    <dgm:cxn modelId="{65CE9B2D-1E14-4558-9491-4D82DC2F6EE4}" type="presParOf" srcId="{AD5ABCE1-9159-4B83-BE63-65901A997B80}" destId="{D71D4416-C945-409D-81A6-9E047DC0CF5B}" srcOrd="1" destOrd="0" presId="urn:microsoft.com/office/officeart/2018/2/layout/IconVerticalSolidList"/>
    <dgm:cxn modelId="{EFCE3E79-EBB3-4E0E-88ED-6DF93A694AED}" type="presParOf" srcId="{AD5ABCE1-9159-4B83-BE63-65901A997B80}" destId="{F51793BC-5A43-4BB8-9D33-2EAA70E68718}" srcOrd="2" destOrd="0" presId="urn:microsoft.com/office/officeart/2018/2/layout/IconVerticalSolidList"/>
    <dgm:cxn modelId="{F6703033-FBEF-419A-89A5-D78AAD6F91BE}" type="presParOf" srcId="{AD5ABCE1-9159-4B83-BE63-65901A997B80}" destId="{48C39BB2-1675-4C9A-84D8-7D3D022FA34E}" srcOrd="3" destOrd="0" presId="urn:microsoft.com/office/officeart/2018/2/layout/IconVerticalSolidList"/>
    <dgm:cxn modelId="{07464D4D-6ED0-429C-A2B2-EE77F8962075}" type="presParOf" srcId="{3D124EEF-C603-49BB-95B5-DD3A0CBB215A}" destId="{86DD5CE1-7FCD-41D4-8782-C4D7614A2580}" srcOrd="1" destOrd="0" presId="urn:microsoft.com/office/officeart/2018/2/layout/IconVerticalSolidList"/>
    <dgm:cxn modelId="{B508CE83-018C-4287-B808-AC2625746D83}" type="presParOf" srcId="{3D124EEF-C603-49BB-95B5-DD3A0CBB215A}" destId="{51DB3DB0-F405-4AA8-BC4A-48B593F49000}" srcOrd="2" destOrd="0" presId="urn:microsoft.com/office/officeart/2018/2/layout/IconVerticalSolidList"/>
    <dgm:cxn modelId="{F81DE1E5-9B7B-4864-ACE0-4A6EFF11250C}" type="presParOf" srcId="{51DB3DB0-F405-4AA8-BC4A-48B593F49000}" destId="{00BE9BA4-24F9-4A66-99DC-303176BDF2E0}" srcOrd="0" destOrd="0" presId="urn:microsoft.com/office/officeart/2018/2/layout/IconVerticalSolidList"/>
    <dgm:cxn modelId="{E891EF3E-4720-4536-A66F-A239A1F352B0}" type="presParOf" srcId="{51DB3DB0-F405-4AA8-BC4A-48B593F49000}" destId="{8F0734B4-35E4-4875-A12E-049814F9A493}" srcOrd="1" destOrd="0" presId="urn:microsoft.com/office/officeart/2018/2/layout/IconVerticalSolidList"/>
    <dgm:cxn modelId="{DBF2274F-85F1-4602-ABA7-A14560BC66C1}" type="presParOf" srcId="{51DB3DB0-F405-4AA8-BC4A-48B593F49000}" destId="{1E529863-973A-423C-86A3-9FE4D5948E78}" srcOrd="2" destOrd="0" presId="urn:microsoft.com/office/officeart/2018/2/layout/IconVerticalSolidList"/>
    <dgm:cxn modelId="{52B14F01-E46B-438B-9ABD-D9EF1D15E080}" type="presParOf" srcId="{51DB3DB0-F405-4AA8-BC4A-48B593F49000}" destId="{2A816623-C803-4E6A-9BCB-01262051239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82D81D-3B86-4D46-97B0-630B637CCD81}">
      <dsp:nvSpPr>
        <dsp:cNvPr id="0" name=""/>
        <dsp:cNvSpPr/>
      </dsp:nvSpPr>
      <dsp:spPr>
        <a:xfrm>
          <a:off x="0" y="450227"/>
          <a:ext cx="7626096" cy="8311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1D4416-C945-409D-81A6-9E047DC0CF5B}">
      <dsp:nvSpPr>
        <dsp:cNvPr id="0" name=""/>
        <dsp:cNvSpPr/>
      </dsp:nvSpPr>
      <dsp:spPr>
        <a:xfrm>
          <a:off x="251434" y="637245"/>
          <a:ext cx="457154" cy="4571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C39BB2-1675-4C9A-84D8-7D3D022FA34E}">
      <dsp:nvSpPr>
        <dsp:cNvPr id="0" name=""/>
        <dsp:cNvSpPr/>
      </dsp:nvSpPr>
      <dsp:spPr>
        <a:xfrm>
          <a:off x="960023" y="450227"/>
          <a:ext cx="6666072" cy="831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68" tIns="87968" rIns="87968" bIns="8796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300" kern="1200"/>
            <a:t>Firstly we cleaned the dataset.</a:t>
          </a:r>
          <a:endParaRPr lang="en-US" sz="2300" kern="1200"/>
        </a:p>
      </dsp:txBody>
      <dsp:txXfrm>
        <a:off x="960023" y="450227"/>
        <a:ext cx="6666072" cy="831189"/>
      </dsp:txXfrm>
    </dsp:sp>
    <dsp:sp modelId="{00BE9BA4-24F9-4A66-99DC-303176BDF2E0}">
      <dsp:nvSpPr>
        <dsp:cNvPr id="0" name=""/>
        <dsp:cNvSpPr/>
      </dsp:nvSpPr>
      <dsp:spPr>
        <a:xfrm>
          <a:off x="0" y="1489214"/>
          <a:ext cx="7626096" cy="8311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0734B4-35E4-4875-A12E-049814F9A493}">
      <dsp:nvSpPr>
        <dsp:cNvPr id="0" name=""/>
        <dsp:cNvSpPr/>
      </dsp:nvSpPr>
      <dsp:spPr>
        <a:xfrm>
          <a:off x="251434" y="1676232"/>
          <a:ext cx="457154" cy="4571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816623-C803-4E6A-9BCB-012620512390}">
      <dsp:nvSpPr>
        <dsp:cNvPr id="0" name=""/>
        <dsp:cNvSpPr/>
      </dsp:nvSpPr>
      <dsp:spPr>
        <a:xfrm>
          <a:off x="960023" y="1489214"/>
          <a:ext cx="6666072" cy="831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68" tIns="87968" rIns="87968" bIns="8796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300" kern="1200"/>
            <a:t>We rendered the cleaned and uncleaned datasets</a:t>
          </a:r>
          <a:endParaRPr lang="en-US" sz="2300" kern="1200"/>
        </a:p>
      </dsp:txBody>
      <dsp:txXfrm>
        <a:off x="960023" y="1489214"/>
        <a:ext cx="6666072" cy="8311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ffe5d89166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ffe5d89166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ffe5d89166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ffe5d89166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ffe5d89166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ffe5d89166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ffe5d89166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ffe5d89166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054" y="843534"/>
            <a:ext cx="8277606" cy="2379726"/>
          </a:xfrm>
        </p:spPr>
        <p:txBody>
          <a:bodyPr anchor="b">
            <a:normAutofit/>
          </a:bodyPr>
          <a:lstStyle>
            <a:lvl1pPr algn="l">
              <a:defRPr sz="1422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054" y="3545586"/>
            <a:ext cx="8277606" cy="1110996"/>
          </a:xfrm>
        </p:spPr>
        <p:txBody>
          <a:bodyPr>
            <a:normAutofit/>
          </a:bodyPr>
          <a:lstStyle>
            <a:lvl1pPr marL="0" indent="0" algn="l">
              <a:buNone/>
              <a:defRPr sz="4978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054" y="4767263"/>
            <a:ext cx="2057400" cy="273844"/>
          </a:xfrm>
        </p:spPr>
        <p:txBody>
          <a:bodyPr/>
          <a:lstStyle/>
          <a:p>
            <a:fld id="{965A7A7B-B71A-428D-833F-0F3507A6DB13}" type="datetimeFigureOut">
              <a:rPr lang="en-US" dirty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2260" y="4767263"/>
            <a:ext cx="2057400" cy="273844"/>
          </a:xfrm>
        </p:spPr>
        <p:txBody>
          <a:bodyPr/>
          <a:lstStyle/>
          <a:p>
            <a:fld id="{A65A5C87-DF58-40C8-B092-1DE63DB4547E}" type="slidenum">
              <a:rPr lang="en-US" dirty="0"/>
              <a:t>‹nr.›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643158" y="260093"/>
            <a:ext cx="109728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433989" y="3375901"/>
            <a:ext cx="8276022" cy="1371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68845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418657" y="0"/>
            <a:ext cx="8375585" cy="151410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425196" y="0"/>
            <a:ext cx="8366760" cy="150876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374126" y="590514"/>
            <a:ext cx="96012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411480"/>
            <a:ext cx="7626096" cy="884682"/>
          </a:xfrm>
        </p:spPr>
        <p:txBody>
          <a:bodyPr>
            <a:normAutofit/>
          </a:bodyPr>
          <a:lstStyle>
            <a:lvl1pPr>
              <a:defRPr sz="711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1858518"/>
            <a:ext cx="7626096" cy="2770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4767263"/>
            <a:ext cx="2057400" cy="273844"/>
          </a:xfrm>
        </p:spPr>
        <p:txBody>
          <a:bodyPr/>
          <a:lstStyle/>
          <a:p>
            <a:fld id="{5CF65307-640F-4AE7-B0BE-50C709AD86C5}" type="datetimeFigureOut">
              <a:rPr lang="en-US" dirty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4767263"/>
            <a:ext cx="2057400" cy="273844"/>
          </a:xfrm>
        </p:spPr>
        <p:txBody>
          <a:bodyPr/>
          <a:lstStyle/>
          <a:p>
            <a:fld id="{A65A5C87-DF58-40C8-B092-1DE63DB4547E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40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418658" y="3736066"/>
            <a:ext cx="8351217" cy="61722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374126" y="3838936"/>
            <a:ext cx="109728" cy="411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338" y="480060"/>
            <a:ext cx="8167878" cy="3086100"/>
          </a:xfrm>
        </p:spPr>
        <p:txBody>
          <a:bodyPr anchor="b">
            <a:normAutofit/>
          </a:bodyPr>
          <a:lstStyle>
            <a:lvl1pPr>
              <a:defRPr sz="117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3826764"/>
            <a:ext cx="7955280" cy="438912"/>
          </a:xfrm>
        </p:spPr>
        <p:txBody>
          <a:bodyPr anchor="ctr">
            <a:normAutofit/>
          </a:bodyPr>
          <a:lstStyle>
            <a:lvl1pPr marL="0" indent="0">
              <a:buNone/>
              <a:defRPr sz="3556">
                <a:solidFill>
                  <a:schemeClr val="tx1"/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31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418657" y="0"/>
            <a:ext cx="8375585" cy="151410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425196" y="0"/>
            <a:ext cx="8366760" cy="150876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374126" y="590514"/>
            <a:ext cx="96012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411480"/>
            <a:ext cx="7626096" cy="884682"/>
          </a:xfrm>
        </p:spPr>
        <p:txBody>
          <a:bodyPr>
            <a:normAutofit/>
          </a:bodyPr>
          <a:lstStyle>
            <a:lvl1pPr>
              <a:defRPr sz="711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6676" y="1858518"/>
            <a:ext cx="3703320" cy="2770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59452" y="1858518"/>
            <a:ext cx="3703320" cy="2770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4767263"/>
            <a:ext cx="2057400" cy="273844"/>
          </a:xfrm>
        </p:spPr>
        <p:txBody>
          <a:bodyPr/>
          <a:lstStyle/>
          <a:p>
            <a:fld id="{202278E8-5F4B-47D5-A617-8CCDF75D6A33}" type="datetimeFigureOut">
              <a:rPr lang="en-US" dirty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4767263"/>
            <a:ext cx="2057400" cy="273844"/>
          </a:xfrm>
        </p:spPr>
        <p:txBody>
          <a:bodyPr/>
          <a:lstStyle/>
          <a:p>
            <a:fld id="{A65A5C87-DF58-40C8-B092-1DE63DB4547E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79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418657" y="0"/>
            <a:ext cx="8375585" cy="151410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425196" y="0"/>
            <a:ext cx="8366760" cy="150876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374126" y="590514"/>
            <a:ext cx="96012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411480"/>
            <a:ext cx="7626096" cy="884682"/>
          </a:xfrm>
        </p:spPr>
        <p:txBody>
          <a:bodyPr>
            <a:normAutofit/>
          </a:bodyPr>
          <a:lstStyle>
            <a:lvl1pPr>
              <a:defRPr sz="711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76" y="1779488"/>
            <a:ext cx="3703320" cy="617934"/>
          </a:xfrm>
        </p:spPr>
        <p:txBody>
          <a:bodyPr anchor="b"/>
          <a:lstStyle>
            <a:lvl1pPr marL="0" indent="0">
              <a:buNone/>
              <a:defRPr sz="4267" b="1" cap="none" baseline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76" y="2402766"/>
            <a:ext cx="3703320" cy="2226384"/>
          </a:xfrm>
        </p:spPr>
        <p:txBody>
          <a:bodyPr/>
          <a:lstStyle>
            <a:lvl1pPr>
              <a:defRPr sz="4267"/>
            </a:lvl1pPr>
            <a:lvl2pPr>
              <a:defRPr sz="3556"/>
            </a:lvl2pPr>
            <a:lvl3pPr>
              <a:defRPr sz="3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9452" y="1779488"/>
            <a:ext cx="3703320" cy="617934"/>
          </a:xfrm>
        </p:spPr>
        <p:txBody>
          <a:bodyPr anchor="b"/>
          <a:lstStyle>
            <a:lvl1pPr marL="0" indent="0">
              <a:buNone/>
              <a:defRPr sz="4267" b="1" cap="none" baseline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9452" y="2402766"/>
            <a:ext cx="3703320" cy="2226383"/>
          </a:xfrm>
        </p:spPr>
        <p:txBody>
          <a:bodyPr/>
          <a:lstStyle>
            <a:lvl1pPr>
              <a:defRPr sz="4267"/>
            </a:lvl1pPr>
            <a:lvl2pPr>
              <a:defRPr sz="3556"/>
            </a:lvl2pPr>
            <a:lvl3pPr>
              <a:defRPr sz="3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4767263"/>
            <a:ext cx="2057400" cy="273844"/>
          </a:xfrm>
        </p:spPr>
        <p:txBody>
          <a:bodyPr/>
          <a:lstStyle/>
          <a:p>
            <a:fld id="{16AAFA52-7A21-407F-8339-40DF182D7460}" type="datetimeFigureOut">
              <a:rPr lang="en-US" dirty="0"/>
              <a:t>9/16/2024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4767263"/>
            <a:ext cx="2057400" cy="273844"/>
          </a:xfrm>
        </p:spPr>
        <p:txBody>
          <a:bodyPr/>
          <a:lstStyle/>
          <a:p>
            <a:fld id="{A65A5C87-DF58-40C8-B092-1DE63DB4547E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55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499390" y="1150144"/>
            <a:ext cx="8187797" cy="2843213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456813" y="2228849"/>
            <a:ext cx="96012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244" y="1453896"/>
            <a:ext cx="7632954" cy="2242566"/>
          </a:xfrm>
        </p:spPr>
        <p:txBody>
          <a:bodyPr>
            <a:normAutofit/>
          </a:bodyPr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9/16/2024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968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9/16/2024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06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418658" y="871525"/>
            <a:ext cx="2805555" cy="3482508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374126" y="1213781"/>
            <a:ext cx="109728" cy="617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10" y="1282446"/>
            <a:ext cx="2324862" cy="1282446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604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3894" y="1282446"/>
            <a:ext cx="5047488" cy="3072384"/>
          </a:xfrm>
        </p:spPr>
        <p:txBody>
          <a:bodyPr/>
          <a:lstStyle>
            <a:lvl1pPr>
              <a:defRPr sz="4978"/>
            </a:lvl1pPr>
            <a:lvl2pPr>
              <a:defRPr sz="4267"/>
            </a:lvl2pPr>
            <a:lvl3pPr>
              <a:defRPr sz="3556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1510" y="2571750"/>
            <a:ext cx="2324862" cy="1549908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1510" y="4767263"/>
            <a:ext cx="2057400" cy="273844"/>
          </a:xfrm>
        </p:spPr>
        <p:txBody>
          <a:bodyPr/>
          <a:lstStyle/>
          <a:p>
            <a:fld id="{6E6483A1-31A8-47A2-AB0A-53A7803D5EBF}" type="datetimeFigureOut">
              <a:rPr lang="en-US" dirty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769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418658" y="871525"/>
            <a:ext cx="2805555" cy="3482508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374126" y="1213781"/>
            <a:ext cx="109728" cy="617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10" y="1282446"/>
            <a:ext cx="2324862" cy="1282446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604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723894" y="870966"/>
            <a:ext cx="5047488" cy="3483864"/>
          </a:xfrm>
        </p:spPr>
        <p:txBody>
          <a:bodyPr anchor="t">
            <a:normAutofit/>
          </a:bodyPr>
          <a:lstStyle>
            <a:lvl1pPr marL="0" indent="0">
              <a:buNone/>
              <a:defRPr sz="4978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1510" y="2578608"/>
            <a:ext cx="2324862" cy="154305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1510" y="4767263"/>
            <a:ext cx="2057400" cy="273844"/>
          </a:xfrm>
        </p:spPr>
        <p:txBody>
          <a:bodyPr/>
          <a:lstStyle/>
          <a:p>
            <a:fld id="{6D8810B9-2C7C-4CAF-99E2-617AE20BA331}" type="datetimeFigureOut">
              <a:rPr lang="en-US" dirty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316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29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37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3445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76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91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title"/>
          </p:nvPr>
        </p:nvSpPr>
        <p:spPr>
          <a:xfrm>
            <a:off x="836676" y="411480"/>
            <a:ext cx="7626096" cy="884682"/>
          </a:xfr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914400">
              <a:spcAft>
                <a:spcPts val="0"/>
              </a:spcAft>
            </a:pPr>
            <a:r>
              <a:rPr lang="en-US" sz="5500" spc="200"/>
              <a:t>Data Analysis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sz="half" idx="1"/>
          </p:nvPr>
        </p:nvSpPr>
        <p:spPr>
          <a:xfrm>
            <a:off x="836676" y="1858518"/>
            <a:ext cx="3703320" cy="2770632"/>
          </a:xfr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-228600" defTabSz="91440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440"/>
              <a:buNone/>
            </a:pPr>
            <a:r>
              <a:rPr lang="en-US" sz="1300" b="1"/>
              <a:t>Made by:</a:t>
            </a:r>
          </a:p>
          <a:p>
            <a:pPr marL="457200">
              <a:lnSpc>
                <a:spcPct val="100000"/>
              </a:lnSpc>
              <a:spcBef>
                <a:spcPts val="700"/>
              </a:spcBef>
              <a:buSzPts val="840"/>
              <a:buFont typeface="Merriweather"/>
              <a:buChar char="●"/>
            </a:pPr>
            <a:r>
              <a:rPr lang="en-US" sz="1300" b="1"/>
              <a:t>Irvan </a:t>
            </a:r>
            <a:r>
              <a:rPr lang="en-US" sz="1300" b="1" err="1"/>
              <a:t>Ilahibaks</a:t>
            </a:r>
            <a:r>
              <a:rPr lang="en-US" sz="1300" b="1"/>
              <a:t>- 8081847</a:t>
            </a:r>
          </a:p>
          <a:p>
            <a:pPr marL="457200" lvl="0" indent="-228600" defTabSz="91440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840"/>
              <a:buFont typeface="Merriweather"/>
              <a:buChar char="●"/>
            </a:pPr>
            <a:r>
              <a:rPr lang="en-US" sz="1300" b="1"/>
              <a:t>Timon Baris - 2173182</a:t>
            </a:r>
          </a:p>
          <a:p>
            <a:pPr marL="457200" lvl="0" indent="-228600" defTabSz="91440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840"/>
              <a:buFont typeface="Merriweather"/>
              <a:buChar char="●"/>
            </a:pPr>
            <a:r>
              <a:rPr lang="en-US" sz="1300" b="1"/>
              <a:t>Waling van Dongen - 1176226</a:t>
            </a:r>
          </a:p>
          <a:p>
            <a:pPr marL="0" lvl="0" indent="-228600" defTabSz="91440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440"/>
              <a:buNone/>
            </a:pPr>
            <a:r>
              <a:rPr lang="en-US" sz="1300" b="1"/>
              <a:t>TA:</a:t>
            </a:r>
          </a:p>
          <a:p>
            <a:pPr marL="457200" lvl="0" indent="-228600" defTabSz="91440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840"/>
              <a:buFont typeface="Merriweather"/>
              <a:buChar char="●"/>
            </a:pPr>
            <a:r>
              <a:rPr lang="en-US" sz="1300" b="1"/>
              <a:t>Sita Newer</a:t>
            </a:r>
          </a:p>
          <a:p>
            <a:pPr marL="0" lvl="0" indent="-228600" defTabSz="91440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300" b="1"/>
              <a:t>Vak </a:t>
            </a:r>
          </a:p>
          <a:p>
            <a:pPr marL="457200" lvl="0" indent="-228600" defTabSz="91440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840"/>
              <a:buFont typeface="Merriweather"/>
              <a:buChar char="●"/>
            </a:pPr>
            <a:r>
              <a:rPr lang="en-US" sz="1300" b="1"/>
              <a:t>Data Analytics</a:t>
            </a:r>
          </a:p>
          <a:p>
            <a:pPr marL="0" lvl="0" indent="-228600" defTabSz="91440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300" b="1"/>
              <a:t>15 - 9 - 2024</a:t>
            </a:r>
          </a:p>
        </p:txBody>
      </p:sp>
      <p:pic>
        <p:nvPicPr>
          <p:cNvPr id="67" name="Picture 66" descr="Kaca pembesar memperlihatkan kinerja yang menurun">
            <a:extLst>
              <a:ext uri="{FF2B5EF4-FFF2-40B4-BE49-F238E27FC236}">
                <a16:creationId xmlns:a16="http://schemas.microsoft.com/office/drawing/2014/main" id="{77BAE0E4-903B-525A-B364-9B459C4465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781" b="1"/>
          <a:stretch/>
        </p:blipFill>
        <p:spPr>
          <a:xfrm>
            <a:off x="4759452" y="1858518"/>
            <a:ext cx="3703320" cy="2770632"/>
          </a:xfrm>
          <a:prstGeom prst="rect">
            <a:avLst/>
          </a:prstGeom>
          <a:noFill/>
        </p:spPr>
      </p:pic>
      <p:sp>
        <p:nvSpPr>
          <p:cNvPr id="69" name="Date Placeholder 4">
            <a:extLst>
              <a:ext uri="{FF2B5EF4-FFF2-40B4-BE49-F238E27FC236}">
                <a16:creationId xmlns:a16="http://schemas.microsoft.com/office/drawing/2014/main" id="{3F6C846A-E0B3-5A12-C318-41495343F1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476726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72DE4F35-C23E-4791-B21F-A30BC4BB429D}" type="datetime1">
              <a:rPr lang="en-US" sz="1300"/>
              <a:pPr>
                <a:lnSpc>
                  <a:spcPct val="90000"/>
                </a:lnSpc>
                <a:spcAft>
                  <a:spcPts val="600"/>
                </a:spcAft>
              </a:pPr>
              <a:t>9/16/2024</a:t>
            </a:fld>
            <a:endParaRPr lang="en-US" sz="1300"/>
          </a:p>
        </p:txBody>
      </p:sp>
      <p:sp>
        <p:nvSpPr>
          <p:cNvPr id="82" name="Footer Placeholder 5">
            <a:extLst>
              <a:ext uri="{FF2B5EF4-FFF2-40B4-BE49-F238E27FC236}">
                <a16:creationId xmlns:a16="http://schemas.microsoft.com/office/drawing/2014/main" id="{E0F86A2C-9890-875D-4E8C-3B7AAC673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7" name="Slide Number Placeholder 6">
            <a:extLst>
              <a:ext uri="{FF2B5EF4-FFF2-40B4-BE49-F238E27FC236}">
                <a16:creationId xmlns:a16="http://schemas.microsoft.com/office/drawing/2014/main" id="{52C4C7FF-6971-C9B5-B537-FA7B1A8F5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476726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A65A5C87-DF58-40C8-B092-1DE63DB4547E}" type="slidenum">
              <a:rPr lang="en-US" sz="1300" dirty="0"/>
              <a:pPr>
                <a:lnSpc>
                  <a:spcPct val="90000"/>
                </a:lnSpc>
                <a:spcAft>
                  <a:spcPts val="600"/>
                </a:spcAft>
              </a:pPr>
              <a:t>1</a:t>
            </a:fld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6EFF28-2C38-1024-4B50-FDEAF2BB0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411480"/>
            <a:ext cx="7626096" cy="884682"/>
          </a:xfrm>
        </p:spPr>
        <p:txBody>
          <a:bodyPr anchor="ctr">
            <a:normAutofit/>
          </a:bodyPr>
          <a:lstStyle/>
          <a:p>
            <a:r>
              <a:rPr lang="nl" sz="5500" dirty="0"/>
              <a:t>Raw Data</a:t>
            </a:r>
            <a:endParaRPr lang="nl-NL" sz="55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325FF58-A06A-3A04-FAE2-14CBF994606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54446" y="1858518"/>
            <a:ext cx="5990555" cy="277063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8F4E378-7849-DC25-8544-6B8B4E22B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476726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38EB4EAB-2E7B-4737-810B-009FC904B8AB}" type="datetime1">
              <a:rPr lang="en-US" sz="1300" smtClean="0"/>
              <a:pPr>
                <a:lnSpc>
                  <a:spcPct val="90000"/>
                </a:lnSpc>
                <a:spcAft>
                  <a:spcPts val="600"/>
                </a:spcAft>
              </a:pPr>
              <a:t>9/16/2024</a:t>
            </a:fld>
            <a:endParaRPr lang="en-US" sz="1300"/>
          </a:p>
        </p:txBody>
      </p:sp>
      <p:sp>
        <p:nvSpPr>
          <p:cNvPr id="4103" name="Footer Placeholder 4">
            <a:extLst>
              <a:ext uri="{FF2B5EF4-FFF2-40B4-BE49-F238E27FC236}">
                <a16:creationId xmlns:a16="http://schemas.microsoft.com/office/drawing/2014/main" id="{EEEA2C57-DDE1-3813-6105-043CFCCF4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A68471A-FA51-A90F-A631-8CC942562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476726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A65A5C87-DF58-40C8-B092-1DE63DB4547E}" type="slidenum">
              <a:rPr lang="en-US" sz="1300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349591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6EFF28-2C38-1024-4B50-FDEAF2BB0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411480"/>
            <a:ext cx="7626096" cy="884682"/>
          </a:xfrm>
        </p:spPr>
        <p:txBody>
          <a:bodyPr anchor="ctr">
            <a:normAutofit/>
          </a:bodyPr>
          <a:lstStyle/>
          <a:p>
            <a:r>
              <a:rPr lang="nl" sz="5500" dirty="0"/>
              <a:t>Clean Data</a:t>
            </a:r>
            <a:endParaRPr lang="nl-NL" sz="5500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6360D7D5-6B9B-BDB8-0F4A-B98E5806C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87984" y="1858518"/>
            <a:ext cx="4523480" cy="277063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8F4E378-7849-DC25-8544-6B8B4E22B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476726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38EB4EAB-2E7B-4737-810B-009FC904B8AB}" type="datetime1">
              <a:rPr lang="en-US" sz="1300" smtClean="0"/>
              <a:pPr>
                <a:lnSpc>
                  <a:spcPct val="90000"/>
                </a:lnSpc>
                <a:spcAft>
                  <a:spcPts val="600"/>
                </a:spcAft>
              </a:pPr>
              <a:t>9/16/2024</a:t>
            </a:fld>
            <a:endParaRPr lang="en-US" sz="1300"/>
          </a:p>
        </p:txBody>
      </p:sp>
      <p:sp>
        <p:nvSpPr>
          <p:cNvPr id="4108" name="Footer Placeholder 4">
            <a:extLst>
              <a:ext uri="{FF2B5EF4-FFF2-40B4-BE49-F238E27FC236}">
                <a16:creationId xmlns:a16="http://schemas.microsoft.com/office/drawing/2014/main" id="{9F0FE6D1-A1B2-806E-0A40-DB3A295AB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A68471A-FA51-A90F-A631-8CC942562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476726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A65A5C87-DF58-40C8-B092-1DE63DB4547E}" type="slidenum">
              <a:rPr lang="en-US" sz="1300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3042007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651510" y="1282446"/>
            <a:ext cx="2324862" cy="1282446"/>
          </a:xfr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</a:pPr>
            <a:r>
              <a:rPr lang="en-US" sz="2400" kern="1200"/>
              <a:t>Task 2: Get dataset on screen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</a:pPr>
            <a:endParaRPr lang="en-US" sz="2400" kern="120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A0F069A-F443-7E0D-577C-B477784C6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23894" y="1306861"/>
            <a:ext cx="5047488" cy="2612074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84" name="Google Shape;84;p16"/>
          <p:cNvSpPr txBox="1">
            <a:spLocks noGrp="1"/>
          </p:cNvSpPr>
          <p:nvPr>
            <p:ph type="body" sz="half" idx="2"/>
          </p:nvPr>
        </p:nvSpPr>
        <p:spPr>
          <a:xfrm>
            <a:off x="651510" y="2578608"/>
            <a:ext cx="2324862" cy="1543050"/>
          </a:xfr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1800" kern="1200"/>
              <a:t>Functions essential to render summary </a:t>
            </a:r>
            <a:r>
              <a:rPr lang="en-US" sz="1800"/>
              <a:t>statistics, mean(), count(), </a:t>
            </a:r>
            <a:r>
              <a:rPr lang="en-US" sz="1800" err="1"/>
              <a:t>groupby</a:t>
            </a:r>
            <a:r>
              <a:rPr lang="en-US" sz="1800"/>
              <a:t>()</a:t>
            </a:r>
            <a:endParaRPr lang="en-US" sz="1800" kern="1200"/>
          </a:p>
        </p:txBody>
      </p:sp>
      <p:sp>
        <p:nvSpPr>
          <p:cNvPr id="100" name="Date Placeholder 4">
            <a:extLst>
              <a:ext uri="{FF2B5EF4-FFF2-40B4-BE49-F238E27FC236}">
                <a16:creationId xmlns:a16="http://schemas.microsoft.com/office/drawing/2014/main" id="{CC3DF7EC-10DB-98EF-B002-D0C42341FB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1510" y="476726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C2CF63-453E-44B5-84D1-B0A9D81D86D1}" type="datetime1">
              <a:rPr lang="en-US" sz="1300"/>
              <a:pPr>
                <a:lnSpc>
                  <a:spcPct val="90000"/>
                </a:lnSpc>
                <a:spcAft>
                  <a:spcPts val="600"/>
                </a:spcAft>
              </a:pPr>
              <a:t>9/16/2024</a:t>
            </a:fld>
            <a:endParaRPr lang="en-US" sz="1300"/>
          </a:p>
        </p:txBody>
      </p:sp>
      <p:sp>
        <p:nvSpPr>
          <p:cNvPr id="2055" name="Footer Placeholder 5">
            <a:extLst>
              <a:ext uri="{FF2B5EF4-FFF2-40B4-BE49-F238E27FC236}">
                <a16:creationId xmlns:a16="http://schemas.microsoft.com/office/drawing/2014/main" id="{60CE5D48-4DA3-C68D-0BFC-AEEA0F3E9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01" name="Slide Number Placeholder 6">
            <a:extLst>
              <a:ext uri="{FF2B5EF4-FFF2-40B4-BE49-F238E27FC236}">
                <a16:creationId xmlns:a16="http://schemas.microsoft.com/office/drawing/2014/main" id="{8C749AA9-7146-DB50-3A77-932554A41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A65A5C87-DF58-40C8-B092-1DE63DB4547E}" type="slidenum">
              <a:rPr lang="en-US" sz="1300" dirty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sz="13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836676" y="411480"/>
            <a:ext cx="7626096" cy="884682"/>
          </a:xfr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>
              <a:spcAft>
                <a:spcPts val="0"/>
              </a:spcAft>
            </a:pPr>
            <a:r>
              <a:rPr lang="en-US" sz="3900" kern="1200" spc="200">
                <a:latin typeface="+mj-lt"/>
                <a:ea typeface="+mj-ea"/>
                <a:cs typeface="+mj-cs"/>
              </a:rPr>
              <a:t>Task 2: Get dataset on screen</a:t>
            </a:r>
          </a:p>
        </p:txBody>
      </p:sp>
      <p:sp>
        <p:nvSpPr>
          <p:cNvPr id="3" name="Google Shape;90;p17">
            <a:extLst>
              <a:ext uri="{FF2B5EF4-FFF2-40B4-BE49-F238E27FC236}">
                <a16:creationId xmlns:a16="http://schemas.microsoft.com/office/drawing/2014/main" id="{53D595C1-064D-651F-060F-C02B11D45271}"/>
              </a:ext>
            </a:extLst>
          </p:cNvPr>
          <p:cNvSpPr txBox="1">
            <a:spLocks/>
          </p:cNvSpPr>
          <p:nvPr/>
        </p:nvSpPr>
        <p:spPr>
          <a:xfrm>
            <a:off x="354688" y="1713922"/>
            <a:ext cx="3703320" cy="2770632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228600" indent="-228600" defTabSz="914400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Task 2.2 we used the 'loc' function to show the margin attribute of every instance of the data where the severity is 1.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E2D3B1B-7EA3-41EE-98CD-D49FA7A50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95795" y="1357913"/>
            <a:ext cx="5479789" cy="222259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031" name="Date Placeholder 4">
            <a:extLst>
              <a:ext uri="{FF2B5EF4-FFF2-40B4-BE49-F238E27FC236}">
                <a16:creationId xmlns:a16="http://schemas.microsoft.com/office/drawing/2014/main" id="{0505F399-6E38-2BF2-A1A7-6F25B58BE4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4767263"/>
            <a:ext cx="2057400" cy="273844"/>
          </a:xfrm>
        </p:spPr>
        <p:txBody>
          <a:bodyPr/>
          <a:lstStyle/>
          <a:p>
            <a:pPr>
              <a:spcAft>
                <a:spcPts val="600"/>
              </a:spcAft>
            </a:pPr>
            <a:fld id="{2CE4ADA6-E7B2-4F62-9869-5CA65854A837}" type="datetime1">
              <a:rPr lang="nl-NL"/>
              <a:pPr>
                <a:spcAft>
                  <a:spcPts val="600"/>
                </a:spcAft>
              </a:pPr>
              <a:t>16-9-2024</a:t>
            </a:fld>
            <a:endParaRPr lang="en-US"/>
          </a:p>
        </p:txBody>
      </p:sp>
      <p:sp>
        <p:nvSpPr>
          <p:cNvPr id="1033" name="Footer Placeholder 5">
            <a:extLst>
              <a:ext uri="{FF2B5EF4-FFF2-40B4-BE49-F238E27FC236}">
                <a16:creationId xmlns:a16="http://schemas.microsoft.com/office/drawing/2014/main" id="{6C874670-EA6F-6A92-74FF-BE0AE2170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035" name="Slide Number Placeholder 6">
            <a:extLst>
              <a:ext uri="{FF2B5EF4-FFF2-40B4-BE49-F238E27FC236}">
                <a16:creationId xmlns:a16="http://schemas.microsoft.com/office/drawing/2014/main" id="{8935F77D-3B2E-1D9C-A74E-20E1E7CA3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4767263"/>
            <a:ext cx="2057400" cy="273844"/>
          </a:xfrm>
        </p:spPr>
        <p:txBody>
          <a:bodyPr/>
          <a:lstStyle/>
          <a:p>
            <a:pPr>
              <a:spcAft>
                <a:spcPts val="600"/>
              </a:spcAft>
            </a:pPr>
            <a:fld id="{A65A5C87-DF58-40C8-B092-1DE63DB4547E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DBEC028-4424-045E-923B-68004181EF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5081" y="1526430"/>
            <a:ext cx="3703320" cy="27706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For Task 2.3</a:t>
            </a:r>
            <a:endParaRPr lang="nl-NL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FE82E1D-913F-6CA2-D2DA-EBA0CE924E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br>
              <a:rPr lang="en-US"/>
            </a:br>
            <a:endParaRPr lang="en-US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4C31604-3F51-6313-8687-070CAFDCB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98151-C358-4F72-9100-81260CFB72A9}" type="datetime1">
              <a:rPr lang="nl-NL"/>
              <a:t>16-9-2024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7922D75-C0FD-AA50-0DDC-4F6BFBBD4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EC8D7C2-3514-146C-0D2F-F2B2BB84A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6</a:t>
            </a:fld>
            <a:endParaRPr lang="en-US"/>
          </a:p>
        </p:txBody>
      </p:sp>
      <p:sp>
        <p:nvSpPr>
          <p:cNvPr id="9" name="Google Shape;77;p15">
            <a:extLst>
              <a:ext uri="{FF2B5EF4-FFF2-40B4-BE49-F238E27FC236}">
                <a16:creationId xmlns:a16="http://schemas.microsoft.com/office/drawing/2014/main" id="{73757D4B-4D34-23FF-1482-AFE139619EC7}"/>
              </a:ext>
            </a:extLst>
          </p:cNvPr>
          <p:cNvSpPr txBox="1">
            <a:spLocks/>
          </p:cNvSpPr>
          <p:nvPr/>
        </p:nvSpPr>
        <p:spPr>
          <a:xfrm>
            <a:off x="989076" y="563880"/>
            <a:ext cx="7626096" cy="884682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11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900" spc="200"/>
              <a:t>Task 2: Get dataset on screen</a:t>
            </a:r>
          </a:p>
        </p:txBody>
      </p:sp>
      <p:pic>
        <p:nvPicPr>
          <p:cNvPr id="2" name="Picture 1" descr="A graph with blue squares&#10;&#10;Description automatically generated">
            <a:extLst>
              <a:ext uri="{FF2B5EF4-FFF2-40B4-BE49-F238E27FC236}">
                <a16:creationId xmlns:a16="http://schemas.microsoft.com/office/drawing/2014/main" id="{7694ECE2-2DE5-723C-544B-0C656FB173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618" b="-193"/>
          <a:stretch/>
        </p:blipFill>
        <p:spPr>
          <a:xfrm>
            <a:off x="77230" y="1931564"/>
            <a:ext cx="8912313" cy="269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380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D91E622-75FD-26AF-3E2C-A8AB88C019E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66536" y="1696697"/>
            <a:ext cx="8985832" cy="300151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DA17FB-50BC-9D13-2CFD-7AD94C6914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C4891B-F6FF-36D7-3A98-767FE1126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5B98-9D30-450B-B264-707283CD69FE}" type="datetime1">
              <a:t>16-9-2024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0013A-D354-115E-EBCA-4E167372C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44352-D588-5797-1480-819D55165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7</a:t>
            </a:fld>
            <a:endParaRPr lang="en-US"/>
          </a:p>
        </p:txBody>
      </p:sp>
      <p:sp>
        <p:nvSpPr>
          <p:cNvPr id="9" name="Google Shape;77;p15">
            <a:extLst>
              <a:ext uri="{FF2B5EF4-FFF2-40B4-BE49-F238E27FC236}">
                <a16:creationId xmlns:a16="http://schemas.microsoft.com/office/drawing/2014/main" id="{BB577CF1-F1AF-CCD4-0BCD-C4EA82358B9B}"/>
              </a:ext>
            </a:extLst>
          </p:cNvPr>
          <p:cNvSpPr txBox="1">
            <a:spLocks/>
          </p:cNvSpPr>
          <p:nvPr/>
        </p:nvSpPr>
        <p:spPr>
          <a:xfrm>
            <a:off x="831162" y="451084"/>
            <a:ext cx="7626096" cy="884682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11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900" spc="200"/>
              <a:t>Task 2: Get dataset on screen</a:t>
            </a:r>
          </a:p>
        </p:txBody>
      </p:sp>
    </p:spTree>
    <p:extLst>
      <p:ext uri="{BB962C8B-B14F-4D97-AF65-F5344CB8AC3E}">
        <p14:creationId xmlns:p14="http://schemas.microsoft.com/office/powerpoint/2010/main" val="2822270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88F2E68-279C-A948-98B1-D96CF6575A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05303" y="1858518"/>
            <a:ext cx="8738697" cy="3053073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BC4C10-5F5C-54B4-D31A-C8BD55CE83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D0962-649A-7793-8D94-642DBCFA5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F1034-3B5C-4635-82B6-B3FFB56DDCF6}" type="datetime1">
              <a:rPr lang="nl-NL"/>
              <a:t>16-9-2024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9A5811-5CDA-34FC-79A0-AF6E704A8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C8321-CC83-5BBE-893E-ED680C94D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8</a:t>
            </a:fld>
            <a:endParaRPr lang="en-US"/>
          </a:p>
        </p:txBody>
      </p:sp>
      <p:sp>
        <p:nvSpPr>
          <p:cNvPr id="9" name="Google Shape;77;p15">
            <a:extLst>
              <a:ext uri="{FF2B5EF4-FFF2-40B4-BE49-F238E27FC236}">
                <a16:creationId xmlns:a16="http://schemas.microsoft.com/office/drawing/2014/main" id="{28EC66B6-3351-AD4A-E53B-64F15323D54A}"/>
              </a:ext>
            </a:extLst>
          </p:cNvPr>
          <p:cNvSpPr txBox="1">
            <a:spLocks/>
          </p:cNvSpPr>
          <p:nvPr/>
        </p:nvSpPr>
        <p:spPr>
          <a:xfrm>
            <a:off x="755964" y="398446"/>
            <a:ext cx="7626096" cy="884682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11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900" spc="200"/>
              <a:t>Task 2: Get dataset on screen</a:t>
            </a:r>
          </a:p>
        </p:txBody>
      </p:sp>
    </p:spTree>
    <p:extLst>
      <p:ext uri="{BB962C8B-B14F-4D97-AF65-F5344CB8AC3E}">
        <p14:creationId xmlns:p14="http://schemas.microsoft.com/office/powerpoint/2010/main" val="976751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>
            <a:off x="836676" y="411480"/>
            <a:ext cx="7626096" cy="884682"/>
          </a:xfrm>
        </p:spPr>
        <p:txBody>
          <a:bodyPr spcFirstLastPara="1" lIns="91425" tIns="91425" rIns="91425" bIns="9142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5000"/>
              <a:t>Task 3: Preprocessing</a:t>
            </a:r>
            <a:endParaRPr lang="nl-NL" sz="5000"/>
          </a:p>
        </p:txBody>
      </p:sp>
      <p:sp>
        <p:nvSpPr>
          <p:cNvPr id="96" name="Date Placeholder 3">
            <a:extLst>
              <a:ext uri="{FF2B5EF4-FFF2-40B4-BE49-F238E27FC236}">
                <a16:creationId xmlns:a16="http://schemas.microsoft.com/office/drawing/2014/main" id="{C6642D91-A3F5-69B3-4779-FDC75A823C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4767263"/>
            <a:ext cx="2057400" cy="273844"/>
          </a:xfrm>
        </p:spPr>
        <p:txBody>
          <a:bodyPr/>
          <a:lstStyle/>
          <a:p>
            <a:pPr>
              <a:spcAft>
                <a:spcPts val="600"/>
              </a:spcAft>
            </a:pPr>
            <a:fld id="{DDBD17B6-DAF7-49D3-A4E8-50B0D2171ED9}" type="datetime1">
              <a:rPr lang="nl-NL"/>
              <a:pPr>
                <a:spcAft>
                  <a:spcPts val="600"/>
                </a:spcAft>
              </a:pPr>
              <a:t>16-9-2024</a:t>
            </a:fld>
            <a:endParaRPr lang="en-US"/>
          </a:p>
        </p:txBody>
      </p:sp>
      <p:sp>
        <p:nvSpPr>
          <p:cNvPr id="98" name="Footer Placeholder 4">
            <a:extLst>
              <a:ext uri="{FF2B5EF4-FFF2-40B4-BE49-F238E27FC236}">
                <a16:creationId xmlns:a16="http://schemas.microsoft.com/office/drawing/2014/main" id="{D4B5C79D-D079-0568-BB5B-B8D5D2494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00" name="Slide Number Placeholder 5">
            <a:extLst>
              <a:ext uri="{FF2B5EF4-FFF2-40B4-BE49-F238E27FC236}">
                <a16:creationId xmlns:a16="http://schemas.microsoft.com/office/drawing/2014/main" id="{B2D366F9-4B85-137C-81F5-EE35CAAF5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4767263"/>
            <a:ext cx="2057400" cy="273844"/>
          </a:xfrm>
        </p:spPr>
        <p:txBody>
          <a:bodyPr/>
          <a:lstStyle/>
          <a:p>
            <a:pPr>
              <a:spcAft>
                <a:spcPts val="600"/>
              </a:spcAft>
            </a:pPr>
            <a:fld id="{A65A5C87-DF58-40C8-B092-1DE63DB4547E}" type="slidenum">
              <a:rPr lang="en-US" dirty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graphicFrame>
        <p:nvGraphicFramePr>
          <p:cNvPr id="93" name="Google Shape;90;p17">
            <a:extLst>
              <a:ext uri="{FF2B5EF4-FFF2-40B4-BE49-F238E27FC236}">
                <a16:creationId xmlns:a16="http://schemas.microsoft.com/office/drawing/2014/main" id="{714882B3-422C-1704-F5B8-E75F713123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781643"/>
              </p:ext>
            </p:extLst>
          </p:nvPr>
        </p:nvGraphicFramePr>
        <p:xfrm>
          <a:off x="836676" y="1858518"/>
          <a:ext cx="7626096" cy="27706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6EFF28-2C38-1024-4B50-FDEAF2BB0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411480"/>
            <a:ext cx="7626096" cy="884682"/>
          </a:xfrm>
        </p:spPr>
        <p:txBody>
          <a:bodyPr anchor="ctr">
            <a:normAutofit/>
          </a:bodyPr>
          <a:lstStyle/>
          <a:p>
            <a:r>
              <a:rPr lang="nl" sz="5500" dirty="0"/>
              <a:t>Task 3: Clean vs Raw</a:t>
            </a:r>
            <a:endParaRPr lang="nl-NL" sz="5500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8F4E378-7849-DC25-8544-6B8B4E22B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476726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38EB4EAB-2E7B-4737-810B-009FC904B8AB}" type="datetime1">
              <a:rPr lang="en-US" sz="1300" smtClean="0"/>
              <a:pPr>
                <a:lnSpc>
                  <a:spcPct val="90000"/>
                </a:lnSpc>
                <a:spcAft>
                  <a:spcPts val="600"/>
                </a:spcAft>
              </a:pPr>
              <a:t>9/16/2024</a:t>
            </a:fld>
            <a:endParaRPr lang="en-US" sz="1300"/>
          </a:p>
        </p:txBody>
      </p:sp>
      <p:sp>
        <p:nvSpPr>
          <p:cNvPr id="4103" name="Footer Placeholder 4">
            <a:extLst>
              <a:ext uri="{FF2B5EF4-FFF2-40B4-BE49-F238E27FC236}">
                <a16:creationId xmlns:a16="http://schemas.microsoft.com/office/drawing/2014/main" id="{EEEA2C57-DDE1-3813-6105-043CFCCF4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A68471A-FA51-A90F-A631-8CC942562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476726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A65A5C87-DF58-40C8-B092-1DE63DB4547E}" type="slidenum">
              <a:rPr lang="en-US" sz="1300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US" sz="1300"/>
          </a:p>
        </p:txBody>
      </p:sp>
      <p:pic>
        <p:nvPicPr>
          <p:cNvPr id="5128" name="Picture 8">
            <a:extLst>
              <a:ext uri="{FF2B5EF4-FFF2-40B4-BE49-F238E27FC236}">
                <a16:creationId xmlns:a16="http://schemas.microsoft.com/office/drawing/2014/main" id="{15803D69-5B65-3D36-E81A-8ACDCE715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297" y="1855930"/>
            <a:ext cx="4102205" cy="1875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>
            <a:extLst>
              <a:ext uri="{FF2B5EF4-FFF2-40B4-BE49-F238E27FC236}">
                <a16:creationId xmlns:a16="http://schemas.microsoft.com/office/drawing/2014/main" id="{D136566F-BAC2-05BE-CB95-05943415D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62" y="1855930"/>
            <a:ext cx="3520731" cy="1874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8404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6EFF28-2C38-1024-4B50-FDEAF2BB0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411480"/>
            <a:ext cx="7626096" cy="884682"/>
          </a:xfrm>
        </p:spPr>
        <p:txBody>
          <a:bodyPr anchor="ctr">
            <a:normAutofit/>
          </a:bodyPr>
          <a:lstStyle/>
          <a:p>
            <a:r>
              <a:rPr lang="nl" sz="5500" dirty="0"/>
              <a:t>Task 3: Clean vs Raw</a:t>
            </a:r>
            <a:endParaRPr lang="nl-NL" sz="5500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8F4E378-7849-DC25-8544-6B8B4E22B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476726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38EB4EAB-2E7B-4737-810B-009FC904B8AB}" type="datetime1">
              <a:rPr lang="en-US" sz="1300" smtClean="0"/>
              <a:pPr>
                <a:lnSpc>
                  <a:spcPct val="90000"/>
                </a:lnSpc>
                <a:spcAft>
                  <a:spcPts val="600"/>
                </a:spcAft>
              </a:pPr>
              <a:t>9/16/2024</a:t>
            </a:fld>
            <a:endParaRPr lang="en-US" sz="1300"/>
          </a:p>
        </p:txBody>
      </p:sp>
      <p:sp>
        <p:nvSpPr>
          <p:cNvPr id="4103" name="Footer Placeholder 4">
            <a:extLst>
              <a:ext uri="{FF2B5EF4-FFF2-40B4-BE49-F238E27FC236}">
                <a16:creationId xmlns:a16="http://schemas.microsoft.com/office/drawing/2014/main" id="{EEEA2C57-DDE1-3813-6105-043CFCCF4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A68471A-FA51-A90F-A631-8CC942562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476726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A65A5C87-DF58-40C8-B092-1DE63DB4547E}" type="slidenum">
              <a:rPr lang="en-US" sz="1300" smtClean="0"/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en-US" sz="130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01BFF2D0-FD83-20B9-C6CA-3B72C7A1E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" y="1875041"/>
            <a:ext cx="4032021" cy="2117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E9A003FD-D050-4B8C-939D-7C49395D1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1542" y="1835032"/>
            <a:ext cx="4477099" cy="2157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4892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6EFF28-2C38-1024-4B50-FDEAF2BB0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411480"/>
            <a:ext cx="7626096" cy="884682"/>
          </a:xfrm>
        </p:spPr>
        <p:txBody>
          <a:bodyPr anchor="ctr">
            <a:normAutofit/>
          </a:bodyPr>
          <a:lstStyle/>
          <a:p>
            <a:r>
              <a:rPr lang="nl" sz="5500" dirty="0"/>
              <a:t>Task 3: Clean vs Raw</a:t>
            </a:r>
            <a:endParaRPr lang="nl-NL" sz="5500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8F4E378-7849-DC25-8544-6B8B4E22B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476726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38EB4EAB-2E7B-4737-810B-009FC904B8AB}" type="datetime1">
              <a:rPr lang="en-US" sz="1300" smtClean="0"/>
              <a:pPr>
                <a:lnSpc>
                  <a:spcPct val="90000"/>
                </a:lnSpc>
                <a:spcAft>
                  <a:spcPts val="600"/>
                </a:spcAft>
              </a:pPr>
              <a:t>9/16/2024</a:t>
            </a:fld>
            <a:endParaRPr lang="en-US" sz="1300"/>
          </a:p>
        </p:txBody>
      </p:sp>
      <p:sp>
        <p:nvSpPr>
          <p:cNvPr id="4103" name="Footer Placeholder 4">
            <a:extLst>
              <a:ext uri="{FF2B5EF4-FFF2-40B4-BE49-F238E27FC236}">
                <a16:creationId xmlns:a16="http://schemas.microsoft.com/office/drawing/2014/main" id="{EEEA2C57-DDE1-3813-6105-043CFCCF4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A68471A-FA51-A90F-A631-8CC942562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476726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A65A5C87-DF58-40C8-B092-1DE63DB4547E}" type="slidenum">
              <a:rPr lang="en-US" sz="1300" smtClean="0"/>
              <a:pPr>
                <a:lnSpc>
                  <a:spcPct val="90000"/>
                </a:lnSpc>
                <a:spcAft>
                  <a:spcPts val="600"/>
                </a:spcAft>
              </a:pPr>
              <a:t>12</a:t>
            </a:fld>
            <a:endParaRPr lang="en-US" sz="1300"/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278559FE-11CA-F30C-E77A-B8001AD7156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86" y="1792552"/>
            <a:ext cx="3494044" cy="1982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BB4415B8-5722-2693-F9DB-072F0588F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9724" y="1829240"/>
            <a:ext cx="3933012" cy="191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1716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143200" y="139978"/>
            <a:ext cx="543241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tx2"/>
                </a:solidFill>
              </a:rPr>
              <a:t>Task 3: Preprocessing</a:t>
            </a:r>
            <a:endParaRPr lang="nl-NL">
              <a:solidFill>
                <a:schemeClr val="tx2"/>
              </a:solidFill>
            </a:endParaRPr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1"/>
          </p:nvPr>
        </p:nvSpPr>
        <p:spPr>
          <a:xfrm>
            <a:off x="421105" y="777035"/>
            <a:ext cx="6802958" cy="5862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32500" lnSpcReduction="20000"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Merriweather"/>
              <a:buChar char="●"/>
            </a:pPr>
            <a:r>
              <a:rPr lang="nl" err="1">
                <a:latin typeface="Merriweather"/>
                <a:ea typeface="Merriweather"/>
                <a:cs typeface="Merriweather"/>
                <a:sym typeface="Merriweather"/>
              </a:rPr>
              <a:t>Secondly</a:t>
            </a:r>
            <a:r>
              <a:rPr lang="nl">
                <a:latin typeface="Merriweather"/>
                <a:ea typeface="Merriweather"/>
                <a:cs typeface="Merriweather"/>
                <a:sym typeface="Merriweather"/>
              </a:rPr>
              <a:t> we </a:t>
            </a:r>
            <a:r>
              <a:rPr lang="nl" err="1">
                <a:latin typeface="Merriweather"/>
                <a:ea typeface="Merriweather"/>
                <a:cs typeface="Merriweather"/>
                <a:sym typeface="Merriweather"/>
              </a:rPr>
              <a:t>coded</a:t>
            </a:r>
            <a:r>
              <a:rPr lang="nl">
                <a:latin typeface="Merriweather"/>
                <a:ea typeface="Merriweather"/>
                <a:cs typeface="Merriweather"/>
                <a:sym typeface="Merriweather"/>
              </a:rPr>
              <a:t> a </a:t>
            </a:r>
            <a:r>
              <a:rPr lang="nl" err="1">
                <a:latin typeface="Merriweather"/>
                <a:ea typeface="Merriweather"/>
                <a:cs typeface="Merriweather"/>
                <a:sym typeface="Merriweather"/>
              </a:rPr>
              <a:t>normalization</a:t>
            </a:r>
            <a:r>
              <a:rPr lang="nl"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nl" err="1">
                <a:latin typeface="Merriweather"/>
                <a:ea typeface="Merriweather"/>
                <a:cs typeface="Merriweather"/>
                <a:sym typeface="Merriweather"/>
              </a:rPr>
              <a:t>algorithm</a:t>
            </a:r>
            <a:r>
              <a:rPr lang="nl">
                <a:latin typeface="Merriweather"/>
                <a:ea typeface="Merriweather"/>
                <a:cs typeface="Merriweather"/>
                <a:sym typeface="Merriweather"/>
              </a:rPr>
              <a:t>.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>
              <a:buFont typeface="Merriweather"/>
              <a:buChar char="●"/>
            </a:pPr>
            <a:endParaRPr lang="nl">
              <a:latin typeface="Merriweather"/>
              <a:ea typeface="Merriweather"/>
              <a:cs typeface="Merriweather"/>
              <a:sym typeface="Merriweather"/>
            </a:endParaRPr>
          </a:p>
          <a:p>
            <a:pPr>
              <a:buFont typeface="Merriweather"/>
              <a:buChar char="●"/>
            </a:pPr>
            <a:r>
              <a:rPr lang="nl" err="1">
                <a:latin typeface="Merriweather"/>
                <a:ea typeface="Merriweather"/>
                <a:cs typeface="Merriweather"/>
                <a:sym typeface="Merriweather"/>
              </a:rPr>
              <a:t>Normalized</a:t>
            </a:r>
            <a:r>
              <a:rPr lang="nl">
                <a:latin typeface="Merriweather"/>
                <a:ea typeface="Merriweather"/>
                <a:cs typeface="Merriweather"/>
                <a:sym typeface="Merriweather"/>
              </a:rPr>
              <a:t> is </a:t>
            </a:r>
            <a:r>
              <a:rPr lang="nl" err="1">
                <a:latin typeface="Merriweather"/>
                <a:ea typeface="Merriweather"/>
                <a:cs typeface="Merriweather"/>
                <a:sym typeface="Merriweather"/>
              </a:rPr>
              <a:t>better</a:t>
            </a:r>
            <a:r>
              <a:rPr lang="nl"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nl" err="1">
                <a:latin typeface="Merriweather"/>
                <a:ea typeface="Merriweather"/>
                <a:cs typeface="Merriweather"/>
                <a:sym typeface="Merriweather"/>
              </a:rPr>
              <a:t>for</a:t>
            </a:r>
            <a:r>
              <a:rPr lang="nl">
                <a:latin typeface="Merriweather"/>
                <a:ea typeface="Merriweather"/>
                <a:cs typeface="Merriweather"/>
                <a:sym typeface="Merriweather"/>
              </a:rPr>
              <a:t> LLM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422833" y="1290598"/>
            <a:ext cx="3319200" cy="5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700" err="1">
                <a:solidFill>
                  <a:schemeClr val="tx2"/>
                </a:solidFill>
                <a:latin typeface="Merriweather"/>
                <a:ea typeface="Merriweather"/>
                <a:cs typeface="Merriweather"/>
                <a:sym typeface="Merriweather"/>
              </a:rPr>
              <a:t>Unnormalized</a:t>
            </a:r>
            <a:r>
              <a:rPr lang="nl" sz="1700">
                <a:solidFill>
                  <a:schemeClr val="tx2"/>
                </a:solidFill>
                <a:latin typeface="Merriweather"/>
                <a:ea typeface="Merriweather"/>
                <a:cs typeface="Merriweather"/>
                <a:sym typeface="Merriweather"/>
              </a:rPr>
              <a:t> dataset</a:t>
            </a:r>
            <a:endParaRPr lang="nl-NL" sz="1700">
              <a:solidFill>
                <a:schemeClr val="tx2"/>
              </a:solidFill>
              <a:latin typeface="Merriweather"/>
              <a:ea typeface="Merriweather"/>
              <a:cs typeface="Merriweather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5149147" y="1290599"/>
            <a:ext cx="31944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7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Normalized Dataset</a:t>
            </a:r>
            <a:endParaRPr sz="17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" name="Afbeelding 1" descr="Afbeelding met tekst, diagram, schermopname, Perceel&#10;&#10;Automatisch gegenereerde beschrijving">
            <a:extLst>
              <a:ext uri="{FF2B5EF4-FFF2-40B4-BE49-F238E27FC236}">
                <a16:creationId xmlns:a16="http://schemas.microsoft.com/office/drawing/2014/main" id="{50728DDB-8D24-502C-0D36-0905825C5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05" y="3400386"/>
            <a:ext cx="3323724" cy="1689010"/>
          </a:xfrm>
          <a:prstGeom prst="rect">
            <a:avLst/>
          </a:prstGeom>
        </p:spPr>
      </p:pic>
      <p:pic>
        <p:nvPicPr>
          <p:cNvPr id="3" name="Afbeelding 2" descr="Afbeelding met diagram, Perceel, schermopname, lijn&#10;&#10;Automatisch gegenereerde beschrijving">
            <a:extLst>
              <a:ext uri="{FF2B5EF4-FFF2-40B4-BE49-F238E27FC236}">
                <a16:creationId xmlns:a16="http://schemas.microsoft.com/office/drawing/2014/main" id="{894C088E-FC5A-45B3-5F40-43EADECA1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612" y="1650793"/>
            <a:ext cx="3323724" cy="1695312"/>
          </a:xfrm>
          <a:prstGeom prst="rect">
            <a:avLst/>
          </a:prstGeom>
        </p:spPr>
      </p:pic>
      <p:pic>
        <p:nvPicPr>
          <p:cNvPr id="4" name="Afbeelding 3" descr="Afbeelding met tekst, diagram, schermopname, Perceel&#10;&#10;Automatisch gegenereerde beschrijving">
            <a:extLst>
              <a:ext uri="{FF2B5EF4-FFF2-40B4-BE49-F238E27FC236}">
                <a16:creationId xmlns:a16="http://schemas.microsoft.com/office/drawing/2014/main" id="{E839954C-7A05-CE7E-D856-28285CE73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3105" y="3344986"/>
            <a:ext cx="3323723" cy="1694537"/>
          </a:xfrm>
          <a:prstGeom prst="rect">
            <a:avLst/>
          </a:prstGeom>
        </p:spPr>
      </p:pic>
      <p:pic>
        <p:nvPicPr>
          <p:cNvPr id="5" name="Afbeelding 4" descr="Afbeelding met diagram, tekst, Perceel, Plan&#10;&#10;Automatisch gegenereerde beschrijving">
            <a:extLst>
              <a:ext uri="{FF2B5EF4-FFF2-40B4-BE49-F238E27FC236}">
                <a16:creationId xmlns:a16="http://schemas.microsoft.com/office/drawing/2014/main" id="{F312367B-166C-DA8F-2D0E-48A6DEDD2F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5613" y="1685630"/>
            <a:ext cx="3195888" cy="15637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76316B-E182-78AD-0BA3-0EE683D01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411480"/>
            <a:ext cx="7626096" cy="884682"/>
          </a:xfrm>
        </p:spPr>
        <p:txBody>
          <a:bodyPr anchor="ctr">
            <a:normAutofit/>
          </a:bodyPr>
          <a:lstStyle/>
          <a:p>
            <a:r>
              <a:rPr lang="nl-NL" sz="5500" err="1"/>
              <a:t>Task</a:t>
            </a:r>
            <a:r>
              <a:rPr lang="nl-NL" sz="5500"/>
              <a:t> 4:</a:t>
            </a:r>
          </a:p>
        </p:txBody>
      </p:sp>
      <p:pic>
        <p:nvPicPr>
          <p:cNvPr id="4" name="Afbeelding 3" descr="Afbeelding met tekst, schermopname, diagram, lijn&#10;&#10;Automatisch gegenereerde beschrijving">
            <a:extLst>
              <a:ext uri="{FF2B5EF4-FFF2-40B4-BE49-F238E27FC236}">
                <a16:creationId xmlns:a16="http://schemas.microsoft.com/office/drawing/2014/main" id="{05CC6B54-4641-032A-77D7-7E12E0D82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519" y="2756693"/>
            <a:ext cx="6049307" cy="1800547"/>
          </a:xfrm>
          <a:prstGeom prst="rect">
            <a:avLst/>
          </a:prstGeom>
          <a:noFill/>
        </p:spPr>
      </p:pic>
      <p:sp>
        <p:nvSpPr>
          <p:cNvPr id="15" name="Date Placeholder 6">
            <a:extLst>
              <a:ext uri="{FF2B5EF4-FFF2-40B4-BE49-F238E27FC236}">
                <a16:creationId xmlns:a16="http://schemas.microsoft.com/office/drawing/2014/main" id="{CE439CE2-4EC1-1B73-067F-AF30D753C0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476726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1872759-416F-4540-BF1A-8BA26EB2512B}" type="datetime1">
              <a:rPr lang="en-US" sz="1300"/>
              <a:pPr>
                <a:lnSpc>
                  <a:spcPct val="90000"/>
                </a:lnSpc>
                <a:spcAft>
                  <a:spcPts val="600"/>
                </a:spcAft>
              </a:pPr>
              <a:t>9/16/2024</a:t>
            </a:fld>
            <a:endParaRPr lang="en-US" sz="1300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25914197-D2BF-338B-1E17-38EFA095F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Slide Number Placeholder 8">
            <a:extLst>
              <a:ext uri="{FF2B5EF4-FFF2-40B4-BE49-F238E27FC236}">
                <a16:creationId xmlns:a16="http://schemas.microsoft.com/office/drawing/2014/main" id="{276F61BA-F18C-BDEE-0510-45B4530D5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476726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A65A5C87-DF58-40C8-B092-1DE63DB4547E}" type="slidenum">
              <a:rPr lang="en-US" sz="1300" dirty="0"/>
              <a:pPr>
                <a:lnSpc>
                  <a:spcPct val="90000"/>
                </a:lnSpc>
                <a:spcAft>
                  <a:spcPts val="600"/>
                </a:spcAft>
              </a:pPr>
              <a:t>14</a:t>
            </a:fld>
            <a:endParaRPr lang="en-US" sz="130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577960EE-8E45-39DB-10E4-4A0828E4E69C}"/>
              </a:ext>
            </a:extLst>
          </p:cNvPr>
          <p:cNvSpPr txBox="1"/>
          <p:nvPr/>
        </p:nvSpPr>
        <p:spPr>
          <a:xfrm>
            <a:off x="782052" y="1706980"/>
            <a:ext cx="78806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/>
              <a:t>We </a:t>
            </a:r>
            <a:r>
              <a:rPr lang="nl-NL" err="1"/>
              <a:t>used</a:t>
            </a:r>
            <a:r>
              <a:rPr lang="nl-NL"/>
              <a:t> </a:t>
            </a:r>
            <a:r>
              <a:rPr lang="nl-NL" err="1"/>
              <a:t>the</a:t>
            </a:r>
            <a:r>
              <a:rPr lang="nl-NL"/>
              <a:t> </a:t>
            </a:r>
            <a:r>
              <a:rPr lang="nl-NL" err="1">
                <a:ea typeface="+mn-lt"/>
                <a:cs typeface="+mn-lt"/>
              </a:rPr>
              <a:t>Univariate</a:t>
            </a:r>
            <a:r>
              <a:rPr lang="nl-NL">
                <a:ea typeface="+mn-lt"/>
                <a:cs typeface="+mn-lt"/>
              </a:rPr>
              <a:t> feature </a:t>
            </a:r>
            <a:r>
              <a:rPr lang="nl-NL" err="1">
                <a:ea typeface="+mn-lt"/>
                <a:cs typeface="+mn-lt"/>
              </a:rPr>
              <a:t>selection</a:t>
            </a:r>
            <a:r>
              <a:rPr lang="nl-NL">
                <a:ea typeface="+mn-lt"/>
                <a:cs typeface="+mn-lt"/>
              </a:rPr>
              <a:t> </a:t>
            </a:r>
            <a:r>
              <a:rPr lang="nl-NL" err="1">
                <a:ea typeface="+mn-lt"/>
                <a:cs typeface="+mn-lt"/>
              </a:rPr>
              <a:t>method</a:t>
            </a:r>
            <a:r>
              <a:rPr lang="nl-NL">
                <a:ea typeface="+mn-lt"/>
                <a:cs typeface="+mn-lt"/>
              </a:rPr>
              <a:t> </a:t>
            </a:r>
            <a:r>
              <a:rPr lang="nl-NL" err="1">
                <a:ea typeface="+mn-lt"/>
                <a:cs typeface="+mn-lt"/>
              </a:rPr>
              <a:t>to</a:t>
            </a:r>
            <a:r>
              <a:rPr lang="nl-NL">
                <a:ea typeface="+mn-lt"/>
                <a:cs typeface="+mn-lt"/>
              </a:rPr>
              <a:t> test </a:t>
            </a:r>
            <a:r>
              <a:rPr lang="nl-NL" err="1">
                <a:ea typeface="+mn-lt"/>
                <a:cs typeface="+mn-lt"/>
              </a:rPr>
              <a:t>the</a:t>
            </a:r>
            <a:r>
              <a:rPr lang="nl-NL">
                <a:ea typeface="+mn-lt"/>
                <a:cs typeface="+mn-lt"/>
              </a:rPr>
              <a:t> feature </a:t>
            </a:r>
            <a:r>
              <a:rPr lang="nl-NL" err="1">
                <a:ea typeface="+mn-lt"/>
                <a:cs typeface="+mn-lt"/>
              </a:rPr>
              <a:t>importance</a:t>
            </a:r>
            <a:r>
              <a:rPr lang="nl-NL">
                <a:ea typeface="+mn-lt"/>
                <a:cs typeface="+mn-lt"/>
              </a:rPr>
              <a:t>. </a:t>
            </a:r>
            <a:endParaRPr lang="nl-NL" err="1"/>
          </a:p>
        </p:txBody>
      </p:sp>
    </p:spTree>
    <p:extLst>
      <p:ext uri="{BB962C8B-B14F-4D97-AF65-F5344CB8AC3E}">
        <p14:creationId xmlns:p14="http://schemas.microsoft.com/office/powerpoint/2010/main" val="1629255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A1FB1A-8F0C-F0F7-5A30-BE2812C64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10" y="1282446"/>
            <a:ext cx="2324862" cy="128244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100" kern="1200" baseline="0">
                <a:latin typeface="+mj-lt"/>
                <a:ea typeface="+mj-ea"/>
                <a:cs typeface="+mj-cs"/>
              </a:rPr>
              <a:t>Task 4:</a:t>
            </a:r>
            <a:r>
              <a:rPr lang="en-US" sz="5100" kern="1200">
                <a:latin typeface="+mj-lt"/>
                <a:ea typeface="+mj-ea"/>
                <a:cs typeface="+mj-cs"/>
              </a:rPr>
              <a:t>​</a:t>
            </a:r>
          </a:p>
        </p:txBody>
      </p:sp>
      <p:pic>
        <p:nvPicPr>
          <p:cNvPr id="7" name="Tijdelijke aanduiding voor inhoud 6" descr="Afbeelding met tekst, schermopname, lijn, Perceel&#10;&#10;Automatisch gegenereerde beschrijving">
            <a:extLst>
              <a:ext uri="{FF2B5EF4-FFF2-40B4-BE49-F238E27FC236}">
                <a16:creationId xmlns:a16="http://schemas.microsoft.com/office/drawing/2014/main" id="{106A8D92-56EE-57A4-1374-DC7AA29012B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tretch/>
        </p:blipFill>
        <p:spPr>
          <a:xfrm>
            <a:off x="3723894" y="1874703"/>
            <a:ext cx="5047488" cy="1730858"/>
          </a:xfrm>
          <a:noFill/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5451C6E4-5E54-5EB4-D642-2C92CB3FBE49}"/>
              </a:ext>
            </a:extLst>
          </p:cNvPr>
          <p:cNvSpPr txBox="1"/>
          <p:nvPr/>
        </p:nvSpPr>
        <p:spPr>
          <a:xfrm>
            <a:off x="651510" y="2578608"/>
            <a:ext cx="2324862" cy="15430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spcBef>
                <a:spcPts val="1000"/>
              </a:spcBef>
            </a:pPr>
            <a:r>
              <a:rPr lang="en-US" sz="1500" kern="1200">
                <a:latin typeface="+mn-lt"/>
                <a:ea typeface="+mn-ea"/>
                <a:cs typeface="+mn-cs"/>
              </a:rPr>
              <a:t>We applied </a:t>
            </a:r>
            <a:r>
              <a:rPr lang="en-US" sz="1500" kern="1200" err="1">
                <a:latin typeface="+mn-lt"/>
                <a:ea typeface="+mn-ea"/>
                <a:cs typeface="+mn-cs"/>
              </a:rPr>
              <a:t>Sklearn's</a:t>
            </a:r>
            <a:r>
              <a:rPr lang="en-US" sz="1500" kern="1200">
                <a:latin typeface="+mn-lt"/>
                <a:ea typeface="+mn-ea"/>
                <a:cs typeface="+mn-cs"/>
              </a:rPr>
              <a:t> PCA algorithm on the dataset.</a:t>
            </a:r>
          </a:p>
          <a:p>
            <a:pPr defTabSz="914400">
              <a:spcBef>
                <a:spcPts val="1000"/>
              </a:spcBef>
            </a:pPr>
            <a:endParaRPr lang="en-US" sz="1500" kern="1200">
              <a:latin typeface="+mn-lt"/>
              <a:ea typeface="+mn-ea"/>
              <a:cs typeface="+mn-cs"/>
            </a:endParaRP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8998713-304C-F03C-6E25-E8334C26C2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1510" y="4767263"/>
            <a:ext cx="205740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0D76B75-8400-4ED7-B984-A44F9AF6494F}" type="datetime1">
              <a:rPr lang="en-US" sz="1300"/>
              <a:pPr>
                <a:lnSpc>
                  <a:spcPct val="90000"/>
                </a:lnSpc>
                <a:spcAft>
                  <a:spcPts val="600"/>
                </a:spcAft>
              </a:pPr>
              <a:t>9/16/2024</a:t>
            </a:fld>
            <a:endParaRPr lang="en-US" sz="1300"/>
          </a:p>
        </p:txBody>
      </p:sp>
      <p:sp>
        <p:nvSpPr>
          <p:cNvPr id="17" name="Footer Placeholder 5">
            <a:extLst>
              <a:ext uri="{FF2B5EF4-FFF2-40B4-BE49-F238E27FC236}">
                <a16:creationId xmlns:a16="http://schemas.microsoft.com/office/drawing/2014/main" id="{0B5A4DCF-6335-F1E7-9F0A-D558741A0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D20DFE3-C97C-6CB6-6160-4D8B0D41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A65A5C87-DF58-40C8-B092-1DE63DB4547E}" type="slidenum">
              <a:rPr lang="en-US" sz="1300" dirty="0"/>
              <a:pPr>
                <a:lnSpc>
                  <a:spcPct val="90000"/>
                </a:lnSpc>
                <a:spcAft>
                  <a:spcPts val="600"/>
                </a:spcAft>
              </a:pPr>
              <a:t>15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41464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A1FB1A-8F0C-F0F7-5A30-BE2812C64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10" y="1282446"/>
            <a:ext cx="2324862" cy="128244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100" kern="1200" baseline="0">
                <a:latin typeface="+mj-lt"/>
                <a:ea typeface="+mj-ea"/>
                <a:cs typeface="+mj-cs"/>
              </a:rPr>
              <a:t>Task 4:</a:t>
            </a:r>
            <a:r>
              <a:rPr lang="en-US" sz="5100" kern="1200">
                <a:latin typeface="+mj-lt"/>
                <a:ea typeface="+mj-ea"/>
                <a:cs typeface="+mj-cs"/>
              </a:rPr>
              <a:t>​</a:t>
            </a:r>
          </a:p>
        </p:txBody>
      </p:sp>
      <p:pic>
        <p:nvPicPr>
          <p:cNvPr id="9" name="Tijdelijke aanduiding voor inhoud 8" descr="Afbeelding met tekst, lijn, Perceel, diagram&#10;&#10;Automatisch gegenereerde beschrijving">
            <a:extLst>
              <a:ext uri="{FF2B5EF4-FFF2-40B4-BE49-F238E27FC236}">
                <a16:creationId xmlns:a16="http://schemas.microsoft.com/office/drawing/2014/main" id="{94C0EC6E-F72F-9CF5-E3A4-7284E84D069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tretch/>
        </p:blipFill>
        <p:spPr>
          <a:xfrm>
            <a:off x="3917294" y="870966"/>
            <a:ext cx="4660687" cy="3483864"/>
          </a:xfrm>
          <a:noFill/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5451C6E4-5E54-5EB4-D642-2C92CB3FBE49}"/>
              </a:ext>
            </a:extLst>
          </p:cNvPr>
          <p:cNvSpPr txBox="1"/>
          <p:nvPr/>
        </p:nvSpPr>
        <p:spPr>
          <a:xfrm>
            <a:off x="651510" y="2578608"/>
            <a:ext cx="2324862" cy="15430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spcBef>
                <a:spcPts val="1000"/>
              </a:spcBef>
            </a:pPr>
            <a:r>
              <a:rPr lang="en-US" sz="2200" kern="1200">
                <a:latin typeface="+mn-lt"/>
                <a:ea typeface="+mn-ea"/>
                <a:cs typeface="+mn-cs"/>
              </a:rPr>
              <a:t>We applied Sklearn's TSVD algorithm on the dataset.</a:t>
            </a:r>
          </a:p>
          <a:p>
            <a:pPr defTabSz="914400">
              <a:spcBef>
                <a:spcPts val="1000"/>
              </a:spcBef>
            </a:pPr>
            <a:endParaRPr lang="en-US" sz="2200" kern="1200">
              <a:latin typeface="+mn-lt"/>
              <a:ea typeface="+mn-ea"/>
              <a:cs typeface="+mn-cs"/>
            </a:endParaRP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8998713-304C-F03C-6E25-E8334C26C2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1510" y="4767263"/>
            <a:ext cx="205740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0D76B75-8400-4ED7-B984-A44F9AF6494F}" type="datetime1">
              <a:rPr lang="en-US" sz="1300"/>
              <a:pPr>
                <a:lnSpc>
                  <a:spcPct val="90000"/>
                </a:lnSpc>
                <a:spcAft>
                  <a:spcPts val="600"/>
                </a:spcAft>
              </a:pPr>
              <a:t>9/16/2024</a:t>
            </a:fld>
            <a:endParaRPr lang="en-US" sz="1300"/>
          </a:p>
        </p:txBody>
      </p:sp>
      <p:sp>
        <p:nvSpPr>
          <p:cNvPr id="17" name="Footer Placeholder 5">
            <a:extLst>
              <a:ext uri="{FF2B5EF4-FFF2-40B4-BE49-F238E27FC236}">
                <a16:creationId xmlns:a16="http://schemas.microsoft.com/office/drawing/2014/main" id="{51A9E1BC-C015-48B7-1CD5-3C379F2AD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D20DFE3-C97C-6CB6-6160-4D8B0D41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A65A5C87-DF58-40C8-B092-1DE63DB4547E}" type="slidenum">
              <a:rPr lang="en-US" sz="1300" dirty="0"/>
              <a:pPr>
                <a:lnSpc>
                  <a:spcPct val="90000"/>
                </a:lnSpc>
                <a:spcAft>
                  <a:spcPts val="600"/>
                </a:spcAft>
              </a:pPr>
              <a:t>16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295275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B14F00-B281-29F6-B691-A1C0B4C52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244" y="1453896"/>
            <a:ext cx="7632954" cy="2242566"/>
          </a:xfrm>
        </p:spPr>
        <p:txBody>
          <a:bodyPr anchor="ctr">
            <a:normAutofit/>
          </a:bodyPr>
          <a:lstStyle/>
          <a:p>
            <a:r>
              <a:rPr lang="nl-NL"/>
              <a:t>Questions?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DAA5FAB-6CC6-223D-3104-6F614EC9E3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1A34EAA-DB6C-4C07-8683-FFB076FDCAAF}" type="datetime1">
              <a:rPr lang="en-US" sz="1300"/>
              <a:pPr>
                <a:lnSpc>
                  <a:spcPct val="90000"/>
                </a:lnSpc>
                <a:spcAft>
                  <a:spcPts val="600"/>
                </a:spcAft>
              </a:pPr>
              <a:t>9/16/2024</a:t>
            </a:fld>
            <a:endParaRPr lang="en-US" sz="1300"/>
          </a:p>
        </p:txBody>
      </p: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B1467B58-A191-791E-BBE3-27B2EEC8C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ADE6827-6A75-CEAF-2FCD-2CDACEF37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A65A5C87-DF58-40C8-B092-1DE63DB4547E}" type="slidenum">
              <a:rPr lang="en-US" sz="1300" dirty="0"/>
              <a:pPr>
                <a:lnSpc>
                  <a:spcPct val="90000"/>
                </a:lnSpc>
                <a:spcAft>
                  <a:spcPts val="600"/>
                </a:spcAft>
              </a:pPr>
              <a:t>17</a:t>
            </a:fld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435724506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242</Words>
  <Application>Microsoft Office PowerPoint</Application>
  <PresentationFormat>Diavoorstelling (16:9)</PresentationFormat>
  <Paragraphs>72</Paragraphs>
  <Slides>17</Slides>
  <Notes>5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17</vt:i4>
      </vt:variant>
    </vt:vector>
  </HeadingPairs>
  <TitlesOfParts>
    <vt:vector size="21" baseType="lpstr">
      <vt:lpstr>Merriweather</vt:lpstr>
      <vt:lpstr>Arial</vt:lpstr>
      <vt:lpstr>Avenir Next LT Pro</vt:lpstr>
      <vt:lpstr>AccentBoxVTI</vt:lpstr>
      <vt:lpstr>Data Analysis</vt:lpstr>
      <vt:lpstr>Raw Data</vt:lpstr>
      <vt:lpstr>Clean Data</vt:lpstr>
      <vt:lpstr>Task 2: Get dataset on screen </vt:lpstr>
      <vt:lpstr>Task 2: Get dataset on screen</vt:lpstr>
      <vt:lpstr>PowerPoint-presentatie</vt:lpstr>
      <vt:lpstr>PowerPoint-presentatie</vt:lpstr>
      <vt:lpstr>PowerPoint-presentatie</vt:lpstr>
      <vt:lpstr>Task 3: Preprocessing</vt:lpstr>
      <vt:lpstr>Task 3: Clean vs Raw</vt:lpstr>
      <vt:lpstr>Task 3: Clean vs Raw</vt:lpstr>
      <vt:lpstr>Task 3: Clean vs Raw</vt:lpstr>
      <vt:lpstr>Task 3: Preprocessing</vt:lpstr>
      <vt:lpstr>Task 4:</vt:lpstr>
      <vt:lpstr>Task 4:​</vt:lpstr>
      <vt:lpstr>Task 4:​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Ilahibaks, M.I. (Irvan)</cp:lastModifiedBy>
  <cp:revision>1</cp:revision>
  <dcterms:modified xsi:type="dcterms:W3CDTF">2024-09-16T16:23:27Z</dcterms:modified>
</cp:coreProperties>
</file>